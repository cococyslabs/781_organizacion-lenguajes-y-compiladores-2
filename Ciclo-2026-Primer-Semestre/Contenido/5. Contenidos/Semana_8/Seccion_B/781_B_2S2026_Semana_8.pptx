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B62DA2-FF9E-4A7D-8752-72265887129C}">
  <a:tblStyle styleId="{3FB62DA2-FF9E-4A7D-8752-7226588712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Lato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ab55260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ab55260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ab552603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ab552603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ab552603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ab55260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b552603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ab552603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ab552603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ab552603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ab552603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ab552603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b552603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ab552603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b5526039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ab552603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ab5526039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ab5526039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ab552603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ab552603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b5526039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ab5526039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b5526039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ab5526039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b5526039_0_2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ab552603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" sz="2771"/>
              <a:t> Sección B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17"/>
              <a:t>Diego Andrés Dubón Samayoa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" name="Google Shape;70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{3FB62DA2-FF9E-4A7D-8752-72265887129C}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" sz="1200"/>
                        <a:t>01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" sz="1200"/>
                        <a:t>09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</a:t>
                      </a:r>
                      <a:r>
                        <a:rPr lang="es" sz="1200"/>
                        <a:t>26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17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" sz="1200"/>
                        <a:t>20 horas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Entornos y Memoria en un Compilador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Tabla de Simbolos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Stack, Heap y punteros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Resolución de Variables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Estructuras de Control en C3D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1994229" y="633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15"/>
          <p:cNvSpPr txBox="1"/>
          <p:nvPr/>
        </p:nvSpPr>
        <p:spPr>
          <a:xfrm>
            <a:off x="5075775" y="3355875"/>
            <a:ext cx="33624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Responsabilidad Computacional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5193675" y="71300"/>
            <a:ext cx="3126600" cy="15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Recordatorios: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Foro de esta semana</a:t>
            </a:r>
            <a:b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Tarea 2</a:t>
            </a:r>
            <a:b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Proyecto 2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Tabla de </a:t>
            </a:r>
            <a:r>
              <a:rPr lang="es"/>
              <a:t>Símbolos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La tabla de símbolos es la memoria del compilador sobre el programa. Durante la compilación guarda el nombre, tipo y alcance de cada identificador. En tiempo de ejecución, su información ya está horneada en el código generado — pero entender cómo se construye es esencial para implementar correctamente la resolución de nombres.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Stack, Heap y Punteros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runtime, la memoria se divide en regiones con propósito y comportamiento distintos. El compilador decide dónde va cada dato — el programador solo ve variables. Entender esta división es clave para depurar errores de memoria y para diseñar un backend de compilador.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 Ejemplo</a:t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75" y="1150075"/>
            <a:ext cx="8752075" cy="2849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71900" y="685275"/>
            <a:ext cx="2869200" cy="39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</a:rPr>
              <a:t>Stack: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Aquí van las variables locales  y parámetros. </a:t>
            </a:r>
            <a:r>
              <a:rPr lang="es"/>
              <a:t>El compilador calcula el tamaño del frame en compilaci</a:t>
            </a:r>
            <a:r>
              <a:rPr lang="es"/>
              <a:t>ón. Push/Pop automático al llamar/retornar.</a:t>
            </a:r>
            <a:endParaRPr/>
          </a:p>
        </p:txBody>
      </p:sp>
      <p:sp>
        <p:nvSpPr>
          <p:cNvPr id="108" name="Google Shape;108;p19"/>
          <p:cNvSpPr txBox="1"/>
          <p:nvPr>
            <p:ph idx="2" type="body"/>
          </p:nvPr>
        </p:nvSpPr>
        <p:spPr>
          <a:xfrm>
            <a:off x="3327300" y="685275"/>
            <a:ext cx="2869200" cy="3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</a:rPr>
              <a:t>Heap: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Espacio en memoria con vida más larga, objetos y datos dinámicos van al heap. </a:t>
            </a:r>
            <a:r>
              <a:rPr lang="es"/>
              <a:t>El runtime decide en ejecuci</a:t>
            </a:r>
            <a:r>
              <a:rPr lang="es"/>
              <a:t>ón su utilización. Vive más allá de la </a:t>
            </a:r>
            <a:r>
              <a:rPr lang="es"/>
              <a:t>función</a:t>
            </a:r>
            <a:r>
              <a:rPr lang="es"/>
              <a:t> que lo creó. </a:t>
            </a:r>
            <a:r>
              <a:rPr lang="es"/>
              <a:t>Requiere</a:t>
            </a:r>
            <a:r>
              <a:rPr lang="es"/>
              <a:t> liberación manual.</a:t>
            </a:r>
            <a:endParaRPr/>
          </a:p>
        </p:txBody>
      </p:sp>
      <p:sp>
        <p:nvSpPr>
          <p:cNvPr id="109" name="Google Shape;109;p19"/>
          <p:cNvSpPr txBox="1"/>
          <p:nvPr>
            <p:ph idx="2" type="body"/>
          </p:nvPr>
        </p:nvSpPr>
        <p:spPr>
          <a:xfrm>
            <a:off x="6196500" y="685275"/>
            <a:ext cx="2497500" cy="40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</a:rPr>
              <a:t>Pointer: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Un entero que contiene la direcci</a:t>
            </a:r>
            <a:r>
              <a:rPr lang="es"/>
              <a:t>ón de otro dato. Vive en el stack; el dato al que apunta vive en el heap (o en otro lugar del stack).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Resoluci</a:t>
            </a:r>
            <a:r>
              <a:rPr lang="es"/>
              <a:t>ón de Variables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 el proceso que conecta un nombre de una variable, con una ubicaci</a:t>
            </a:r>
            <a:r>
              <a:rPr lang="es"/>
              <a:t>ón de memoria concreta. Por lo general esto se resuelve en tiempo de compilación siguiendo la cadena de tablas de </a:t>
            </a:r>
            <a:r>
              <a:rPr lang="es"/>
              <a:t>símbolos</a:t>
            </a:r>
            <a:r>
              <a:rPr lang="es"/>
              <a:t> y emitiendo en el código generado un a acceso a una posición fija, dejando que en tiempo de ejecución.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375" y="132175"/>
            <a:ext cx="3871019" cy="501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de control en C3D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</a:t>
            </a:r>
            <a:r>
              <a:rPr lang="es"/>
              <a:t>términos</a:t>
            </a:r>
            <a:r>
              <a:rPr lang="es"/>
              <a:t> sencillos el C</a:t>
            </a:r>
            <a:r>
              <a:rPr lang="es"/>
              <a:t>ódigo 3 Direcciones no cuenta con estructuras de control más allá del </a:t>
            </a:r>
            <a:r>
              <a:rPr b="1" lang="es"/>
              <a:t>if, etiquetas y saltos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Todas las operaciones que alteran el flujo del programa se pueden representar con la colocación apropiada de etiquetas y sus respectivos saltos, detras de validaciones lógicas realizadas con if.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3498650" y="543575"/>
            <a:ext cx="5205600" cy="4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while (x &gt; 1 ) do {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//instrucciones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label_while_loop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if (x &gt; 1) goto label_cuerpo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goto label_fin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label_cuerpo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// instrucciones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goto label_while_loop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label_fin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/>
          <p:nvPr/>
        </p:nvSpPr>
        <p:spPr>
          <a:xfrm>
            <a:off x="2036488" y="882462"/>
            <a:ext cx="5071025" cy="3378571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>
            <a:off x="1011110" y="347186"/>
            <a:ext cx="7121769" cy="4449128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Ejemplo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