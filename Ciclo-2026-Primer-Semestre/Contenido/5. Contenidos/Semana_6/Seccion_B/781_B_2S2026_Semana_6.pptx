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1280BB-71CB-4734-BCDA-83E5ACC4EA1B}">
  <a:tblStyle styleId="{4B1280BB-71CB-4734-BCDA-83E5ACC4EA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18ed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18ed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18ed5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18ed5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18ed5a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18ed5a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18ed5a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b18ed5a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b18ed5a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b18ed5a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b18ed5a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ab18ed5a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b18ed5a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ab18ed5a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b18ed5a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b18ed5a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b18ed5a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b18ed5a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b18ed5a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ab18ed5a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b18ed5a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ab18ed5a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67b41b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867b41b6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Diego Andrés Dubón Samayoa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{4B1280BB-71CB-4734-BCDA-83E5ACC4EA1B}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18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 horas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</a:t>
            </a:r>
            <a:r>
              <a:rPr lang="es"/>
              <a:t>ón Orientada a Objetos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Objetos Complejos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Arrays y Structs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Clases, objetos y </a:t>
            </a: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Prototipos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Constructores y Sobrecarga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 en Memoria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5720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Precisión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Proyecto 1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Complejas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1900" y="1919075"/>
            <a:ext cx="7941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Comencemos por definir que llamar</a:t>
            </a:r>
            <a:r>
              <a:rPr lang="es"/>
              <a:t>íamos una estructura compleja: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Arrays: Por lo general son segmentos consecutivos en memoria que pueden ser accedidos con </a:t>
            </a:r>
            <a:r>
              <a:rPr lang="es"/>
              <a:t>aritmética</a:t>
            </a:r>
            <a:r>
              <a:rPr lang="es"/>
              <a:t> básica, representan una </a:t>
            </a:r>
            <a:r>
              <a:rPr lang="es"/>
              <a:t>colección</a:t>
            </a:r>
            <a:r>
              <a:rPr lang="es"/>
              <a:t> de datos de un mismo tipo.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Structs: Son segmentos en memoria que almacenan una colección compleja de datos (varios tipos en una sola estructura), por lo general almacenados con un formato clave-valor.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Objetos: Son estructuras complejas que pueden incluir métodos y funciones, datos y pueden tener un tamaño variable.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Dependiendo del lenguaje, todos los anteriores pueden ser considerados objetos.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Arrays y Structs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Array: Son una secuencia de valores de un mismo tipo organizados de manera secuencial.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Cualquiera de sus posiciones puede ser referenciada conociendo su posici</a:t>
            </a:r>
            <a:r>
              <a:rPr lang="es"/>
              <a:t>ón inicial en memoria y sus dimensiones.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elementos importa.</a:t>
            </a:r>
            <a:endParaRPr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Struct: Son una manera de organizar datos de </a:t>
            </a:r>
            <a:r>
              <a:rPr lang="es"/>
              <a:t>carácter</a:t>
            </a:r>
            <a:r>
              <a:rPr lang="es"/>
              <a:t> </a:t>
            </a:r>
            <a:r>
              <a:rPr lang="es"/>
              <a:t>heterogéneo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referencian en base a una etiqueta definida para cada valor, esta no es necesariamente </a:t>
            </a:r>
            <a:r>
              <a:rPr lang="es"/>
              <a:t>numérica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datos no importa.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y Objetos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/>
              <a:t>Clases:</a:t>
            </a:r>
            <a:endParaRPr sz="1450"/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Es una definición abstracta de un modelo. 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Aquí se define la estructura y comportamiento de los modelos.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Cuenta con atributos y métodos que definen las características de un Objeto.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No ocupa memoria.</a:t>
            </a:r>
            <a:endParaRPr sz="1450"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/>
              <a:t>Objetos: </a:t>
            </a:r>
            <a:endParaRPr sz="155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Es una instancia concreta de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Ocupa espacio en memoria y  cuenta con valores específicos para los atributos definidos en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Cuenta con su propia copia de los atributos pero comparte la definición de los métodos, es decir comparte comportamiento pero tiene sus propias características.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Prototipos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protos un estilo de programación orientada a objetos en el cual los objetos no son creados mediante la instanciación de clases sino mediante la clonación de otros objetos o mediante la escritura de código por parte del programador. De esta forma los objetos ya existentes pueden servir de prototipos para los que el programador necesite crear.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604" y="673825"/>
            <a:ext cx="4339925" cy="3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Constructores y Sobrecarga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412" y="3479000"/>
            <a:ext cx="3151575" cy="16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700" y="3520300"/>
            <a:ext cx="2992438" cy="16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5042" l="0" r="0" t="0"/>
          <a:stretch/>
        </p:blipFill>
        <p:spPr>
          <a:xfrm>
            <a:off x="1209913" y="0"/>
            <a:ext cx="672417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0" y="0"/>
            <a:ext cx="9144000" cy="513207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4"/>
          <p:cNvSpPr txBox="1"/>
          <p:nvPr/>
        </p:nvSpPr>
        <p:spPr>
          <a:xfrm>
            <a:off x="2827502" y="833550"/>
            <a:ext cx="259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300">
                <a:latin typeface="Open Sans"/>
                <a:ea typeface="Open Sans"/>
                <a:cs typeface="Open Sans"/>
                <a:sym typeface="Open Sans"/>
              </a:rPr>
              <a:t>Evaluación de rendimiento 1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2827535" y="123022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2827535" y="1737654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Sí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6976544" y="104562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17:XX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6976544" y="144231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17:XX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6976544" y="184014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38615" y="25431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138615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138615" y="331004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138615" y="380020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138615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138615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3203269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203269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3203269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3203269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3203269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203269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6269313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6269313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6269313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6269313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6269313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6269313" y="458157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