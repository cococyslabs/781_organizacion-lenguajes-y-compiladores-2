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AD6CCB-ACD3-4CA9-B0DB-7C54EBA429AD}">
  <a:tblStyle styleId="{A7AD6CCB-ACD3-4CA9-B0DB-7C54EBA429A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b18ed5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b18ed5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ab18ed5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ab18ed5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b18ed5a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ab18ed5a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b18ed5a2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ab18ed5a2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b18ed5a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b18ed5a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b18ed5a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ab18ed5a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b18ed5a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ab18ed5a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b18ed5a2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ab18ed5a2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b18ed5a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ab18ed5a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b18ed5a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ab18ed5a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ab18ed5a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ab18ed5a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b18ed5a2_0_1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ab18ed5a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N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Omar Vides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{A7AD6CCB-ACD3-4CA9-B0DB-7C54EBA429AD}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18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08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</a:t>
                      </a:r>
                      <a:r>
                        <a:rPr lang="es" sz="1200"/>
                        <a:t>26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</a:t>
            </a:r>
            <a:r>
              <a:rPr lang="es"/>
              <a:t>ón Orientada a Objetos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Objetos Complejos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Arrays y Structs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Clases, objetos y </a:t>
            </a: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Prototipos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Constructores y Sobrecarga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Lato"/>
              <a:buChar char="➔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Estructura en Memoria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2" type="body"/>
          </p:nvPr>
        </p:nvSpPr>
        <p:spPr>
          <a:xfrm>
            <a:off x="45720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994229" y="633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15"/>
          <p:cNvSpPr txBox="1"/>
          <p:nvPr/>
        </p:nvSpPr>
        <p:spPr>
          <a:xfrm>
            <a:off x="5075775" y="3355875"/>
            <a:ext cx="33624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Precisión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193675" y="71300"/>
            <a:ext cx="31266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Recordatorios: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Foro de esta semana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Complejas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71900" y="1919075"/>
            <a:ext cx="7941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Comencemos por definir que llamar</a:t>
            </a:r>
            <a:r>
              <a:rPr lang="es"/>
              <a:t>íamos una estructura compleja: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Arrays: Por lo general son segmentos consecutivos en memoria que pueden ser accedidos con </a:t>
            </a:r>
            <a:r>
              <a:rPr lang="es"/>
              <a:t>aritmética</a:t>
            </a:r>
            <a:r>
              <a:rPr lang="es"/>
              <a:t> básica, representan una </a:t>
            </a:r>
            <a:r>
              <a:rPr lang="es"/>
              <a:t>colección</a:t>
            </a:r>
            <a:r>
              <a:rPr lang="es"/>
              <a:t> de datos de un mismo tipo.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Structs: Son segmentos en memoria que almacenan una colección compleja de datos (varios tipos en una sola estructura), por lo general almacenados con un formato clave-valor.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Objetos: Son estructuras complejas que pueden incluir métodos y funciones, datos y pueden tener un tamaño variable.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Dependiendo del lenguaje, todos los anteriores pueden ser considerados objetos.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Arrays y Structs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Array: Son una secuencia de valores de un mismo tipo organizados de manera secuencial.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Cualquiera de sus posiciones puede ser referenciada conociendo su posici</a:t>
            </a:r>
            <a:r>
              <a:rPr lang="es"/>
              <a:t>ón inicial en memoria y sus dimensiones.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orden de sus elementos importa.</a:t>
            </a:r>
            <a:endParaRPr/>
          </a:p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Struct: Son una manera de organizar datos de </a:t>
            </a:r>
            <a:r>
              <a:rPr lang="es"/>
              <a:t>carácter</a:t>
            </a:r>
            <a:r>
              <a:rPr lang="es"/>
              <a:t> </a:t>
            </a:r>
            <a:r>
              <a:rPr lang="es"/>
              <a:t>heterogéneo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referencian en base a una etiqueta definida para cada valor, esta no es necesariamente </a:t>
            </a:r>
            <a:r>
              <a:rPr lang="es"/>
              <a:t>numérica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orden de sus datos no importa.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Clases y Objetos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/>
              <a:t>Clases:</a:t>
            </a:r>
            <a:endParaRPr sz="1450"/>
          </a:p>
          <a:p>
            <a:pPr indent="-320675" lvl="0" marL="457200" rtl="0" algn="l">
              <a:spcBef>
                <a:spcPts val="120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Es una definición abstracta de un modelo. 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Aquí se define la estructura y comportamiento de los modelos.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Cuenta con atributos y métodos que definen las características de un Objeto.</a:t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s" sz="1450"/>
              <a:t>No ocupa memoria.</a:t>
            </a:r>
            <a:endParaRPr sz="1450"/>
          </a:p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/>
              <a:t>Objetos: </a:t>
            </a:r>
            <a:endParaRPr sz="1550"/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Es una instancia concreta de una clase.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Ocupa espacio en memoria y  cuenta con valores específicos para los atributos definidos en una clase.</a:t>
            </a:r>
            <a:endParaRPr sz="1600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1600"/>
              <a:t>Cuenta con su propia copia de los atributos pero comparte la definición de los métodos, es decir comparte comportamiento pero tiene sus propias características.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Prototipos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protos un estilo de programación orientada a objetos en el cual los objetos no son creados mediante la instanciación de clases sino mediante la clonación de otros objetos o mediante la escritura de código por parte del programador. De esta forma los objetos ya existentes pueden servir de prototipos para los que el programador necesite crear.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604" y="673825"/>
            <a:ext cx="4339925" cy="3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Constructores y Sobrecarga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una función especial en programación orientada a objetos que se ejecuta automáticamente al crear un objeto de una clase.  Su función principal es inicializar los atributos del objeto y asegurar que esté en un estado válido desde su creación.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una función especial en programación orientada a objetos que se ejecuta automáticamente al crear un objeto de una clase.  Su función principal es inicializar los atributos del objeto y asegurar que esté en un estado válido desde su creación. </a:t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412" y="3479000"/>
            <a:ext cx="3151575" cy="16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3700" y="3520300"/>
            <a:ext cx="2992438" cy="16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5042" l="0" r="0" t="0"/>
          <a:stretch/>
        </p:blipFill>
        <p:spPr>
          <a:xfrm>
            <a:off x="1253938" y="0"/>
            <a:ext cx="672417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Ejemplo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