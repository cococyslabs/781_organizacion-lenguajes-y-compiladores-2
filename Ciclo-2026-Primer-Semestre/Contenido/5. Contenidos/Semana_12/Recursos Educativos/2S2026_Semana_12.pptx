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Open Sans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C11F99-FFCA-42F3-9627-DFEDF1150654}">
  <a:tblStyle styleId="{61C11F99-FFCA-42F3-9627-DFEDF115065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OpenSans-bold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ab049b8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ab049b85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80d3f26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80d3f26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285a37b1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285a37b1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80d3f26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80d3f26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0d3f267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80d3f26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0d3f26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80d3f26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86aaa713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86aaa713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80d3f26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80d3f26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80d3f26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80d3f26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80d3f267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80d3f267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86aaa713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86aaa71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5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5" name="Google Shape;11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5013" y="883388"/>
            <a:ext cx="4762338" cy="9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5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174319" y="4600575"/>
            <a:ext cx="2033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de parámetros por referencia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Repaso entornos en tiempo de </a:t>
            </a:r>
            <a:br>
              <a:rPr lang="es-419"/>
            </a:br>
            <a:r>
              <a:rPr lang="es-419"/>
              <a:t>ejecuci</a:t>
            </a:r>
            <a:r>
              <a:rPr lang="es-419"/>
              <a:t>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Paso de parámetros por </a:t>
            </a:r>
            <a:br>
              <a:rPr lang="es-419"/>
            </a:br>
            <a:r>
              <a:rPr lang="es-419"/>
              <a:t>referencia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Evaluaci</a:t>
            </a:r>
            <a:r>
              <a:rPr lang="es-419"/>
              <a:t>ón docente</a:t>
            </a:r>
            <a:endParaRPr/>
          </a:p>
        </p:txBody>
      </p:sp>
      <p:sp>
        <p:nvSpPr>
          <p:cNvPr id="129" name="Google Shape;129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27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Repaso 2 c</a:t>
            </a:r>
            <a:r>
              <a:rPr lang="es-419"/>
              <a:t>ódigo de 3 direcciones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43" name="Google Shape;143;p29"/>
          <p:cNvSpPr txBox="1"/>
          <p:nvPr>
            <p:ph idx="1" type="body"/>
          </p:nvPr>
        </p:nvSpPr>
        <p:spPr>
          <a:xfrm>
            <a:off x="311700" y="1152475"/>
            <a:ext cx="42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Asuma que está trabajando con un lenguaje de alto nivel que permite la declaración de arreglos de hasta dos dimensiones [filas, columnas].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Considere las siguientes definiciones: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a. Escriba el código de tres direcciones para las instrucciones siguientes. Suponga que los arreglos se almacenan en orden por filas: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b. Escriba el esquema de traducción que permita la generación de código correspondiente a lo propuesto en el inciso anterior.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350" y="1405500"/>
            <a:ext cx="31718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150" y="2571750"/>
            <a:ext cx="25622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Escriba el código de tres direcciones para el siguiente segmento de instrucciones: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Además: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Muestre todos los datos que se almacenarían en la tabla de símbolos necesarios para la generación del código de tres direcciones.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Se recomienda representar la tabla (por ejemplo, en forma tabular) indicando, como mínimo: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Nombre del identificador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Tipo (variable, parámetro, arreglo, procedimiento)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Tipo de dato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Modo de paso (valor o referencia, si aplica)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Ámbito (scope)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Dirección o desplazamiento (si se considera en el modelo)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También documente el código de tres direcciones generado para evidenciar la secuencia de ejecución.</a:t>
            </a:r>
            <a:endParaRPr/>
          </a:p>
        </p:txBody>
      </p:sp>
      <p:pic>
        <p:nvPicPr>
          <p:cNvPr id="152" name="Google Shape;1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875" y="2222500"/>
            <a:ext cx="340042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3</a:t>
            </a:r>
            <a:endParaRPr/>
          </a:p>
        </p:txBody>
      </p:sp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Escriba el esquema de traducción para generar código de tres direcciones, de acuerdo con el segmento definido en el ejercicio anterior.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Utilice las siguientes producciones: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950" y="2571738"/>
            <a:ext cx="537210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32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{61C11F99-FFCA-42F3-9627-DFEDF1150654}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Ejercicio 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32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8450" y="2477900"/>
            <a:ext cx="30837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68" name="Google Shape;168;p32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{61C11F99-FFCA-42F3-9627-DFEDF1150654}</a:tableStyleId>
              </a:tblPr>
              <a:tblGrid>
                <a:gridCol w="1471275"/>
                <a:gridCol w="2219300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Duración(min):</a:t>
                      </a:r>
                      <a:endParaRPr b="1" sz="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9" name="Google Shape;169;p32"/>
          <p:cNvSpPr txBox="1"/>
          <p:nvPr/>
        </p:nvSpPr>
        <p:spPr>
          <a:xfrm>
            <a:off x="3130800" y="2477900"/>
            <a:ext cx="30837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6253150" y="2477900"/>
            <a:ext cx="28824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de parámetros a una función</a:t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por valor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copia el contenido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callee trabaja con una copia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Paso por referencia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copia una dirección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callee accede indirectamente</a:t>
            </a:r>
            <a:endParaRPr/>
          </a:p>
        </p:txBody>
      </p:sp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074" y="1945787"/>
            <a:ext cx="3775224" cy="18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Cómo se ve esto en el registro de activación</a:t>
            </a:r>
            <a:endParaRPr/>
          </a:p>
        </p:txBody>
      </p:sp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288" y="1129825"/>
            <a:ext cx="699942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36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{61C11F99-FFCA-42F3-9627-DFEDF1150654}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Calificación Docente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" name="Google Shape;195;p36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6"/>
          <p:cNvSpPr txBox="1"/>
          <p:nvPr/>
        </p:nvSpPr>
        <p:spPr>
          <a:xfrm>
            <a:off x="8450" y="2477900"/>
            <a:ext cx="3083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Skary Duhnay Martinez Diaz - 202300864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97" name="Google Shape;197;p36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{61C11F99-FFCA-42F3-9627-DFEDF1150654}</a:tableStyleId>
              </a:tblPr>
              <a:tblGrid>
                <a:gridCol w="1471275"/>
                <a:gridCol w="2219300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:0</a:t>
                      </a:r>
                      <a:r>
                        <a:rPr lang="es-419"/>
                        <a:t>8</a:t>
                      </a:r>
                      <a:r>
                        <a:rPr lang="es-419" sz="1400" u="none" cap="none" strike="noStrike"/>
                        <a:t>pm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:1</a:t>
                      </a:r>
                      <a:r>
                        <a:rPr lang="es-419"/>
                        <a:t>8</a:t>
                      </a:r>
                      <a:r>
                        <a:rPr lang="es-419" sz="1400" u="none" cap="none" strike="noStrike"/>
                        <a:t>pm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Duración(min):</a:t>
                      </a:r>
                      <a:endParaRPr b="1" sz="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8" name="Google Shape;198;p36"/>
          <p:cNvSpPr txBox="1"/>
          <p:nvPr/>
        </p:nvSpPr>
        <p:spPr>
          <a:xfrm>
            <a:off x="3130800" y="2477900"/>
            <a:ext cx="30837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Jaime Garcia - 201114118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6253150" y="2477900"/>
            <a:ext cx="28824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Luis Gustavo Morales Morales - 202203228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