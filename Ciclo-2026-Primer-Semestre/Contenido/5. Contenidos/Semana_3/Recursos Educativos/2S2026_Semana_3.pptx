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i1s4d/NRQM1/1ZOVErDVIvFBoL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DFD9B4-6FA7-453B-8244-F9A955EB9195}">
  <a:tblStyle styleId="{C3DFD9B4-6FA7-453B-8244-F9A955EB91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.fntdata"/><Relationship Id="rId25" Type="http://schemas.openxmlformats.org/officeDocument/2006/relationships/font" Target="fonts/RobotoExtraLight-regular.fntdata"/><Relationship Id="rId28" Type="http://schemas.openxmlformats.org/officeDocument/2006/relationships/font" Target="fonts/RobotoExtraLight-boldItalic.fntdata"/><Relationship Id="rId27" Type="http://schemas.openxmlformats.org/officeDocument/2006/relationships/font" Target="fonts/Roboto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9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fc97528e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fc97528e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fc97528ef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fc97528e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fc97528ef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fc97528e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fc97528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fc97528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2yO6JQMaEfErSP7lbV_30bLcjOWhLXXV/edit?usp=sharing&amp;ouid=114261064498700579036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{C3DFD9B4-6FA7-453B-8244-F9A955EB9195}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DD/MM/2026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Atributos Sintetizados y Heredados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Alcance y Tabla de Símbolos		</a:t>
            </a:r>
            <a:endParaRPr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Entornos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Validación de Tipos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br>
              <a:rPr lang="en-US"/>
            </a:br>
            <a:br>
              <a:rPr lang="en-US"/>
            </a:br>
            <a:r>
              <a:rPr i="1" lang="en-US"/>
              <a:t>Rigor y Precisión Técnica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Atributos Sintetizados y Heredados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801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Son atributos que se calculan usando información de los hijos del nodo.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información “sube” en el árbol sintáctico.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Por eso se llaman sintetizados: porque el nodo construye su valor a partir de sus hijos.</a:t>
            </a:r>
            <a:endParaRPr/>
          </a:p>
        </p:txBody>
      </p:sp>
      <p:pic>
        <p:nvPicPr>
          <p:cNvPr id="113" name="Google Shape;113;g39a701eccfd_0_108"/>
          <p:cNvPicPr preferRelativeResize="0"/>
          <p:nvPr/>
        </p:nvPicPr>
        <p:blipFill rotWithShape="1">
          <a:blip r:embed="rId3">
            <a:alphaModFix/>
          </a:blip>
          <a:srcRect b="10209" l="0" r="0" t="0"/>
          <a:stretch/>
        </p:blipFill>
        <p:spPr>
          <a:xfrm>
            <a:off x="9159675" y="2307488"/>
            <a:ext cx="6194425" cy="4615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9a701eccfd_0_108" title="pensativ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16050" y="5787300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fc97528ef_0_1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</p:spPr>
      </p:sp>
      <p:sp>
        <p:nvSpPr>
          <p:cNvPr id="120" name="Google Shape;120;g3dfc97528ef_0_1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Ejemplo visual. Azul: sintetizado, Rojo: heredado</a:t>
            </a:r>
            <a:endParaRPr/>
          </a:p>
        </p:txBody>
      </p:sp>
      <p:pic>
        <p:nvPicPr>
          <p:cNvPr id="121" name="Google Shape;121;g3dfc97528ef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1112" y="596650"/>
            <a:ext cx="9045774" cy="65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c97528ef_0_2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Alcance y Tabla de Símbolos</a:t>
            </a:r>
            <a:endParaRPr/>
          </a:p>
        </p:txBody>
      </p:sp>
      <p:sp>
        <p:nvSpPr>
          <p:cNvPr id="127" name="Google Shape;127;g3dfc97528ef_0_2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¿Qué es el alcance (scope)?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 alcance es la parte del programa donde una variable “existe” y puede utilizarse.</a:t>
            </a:r>
            <a:endParaRPr/>
          </a:p>
        </p:txBody>
      </p:sp>
      <p:sp>
        <p:nvSpPr>
          <p:cNvPr id="128" name="Google Shape;128;g3dfc97528ef_0_2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¿Qué es una tabla de símbolos?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Es una estructura que guarda información sobre variables e identificadores.</a:t>
            </a:r>
            <a:endParaRPr/>
          </a:p>
        </p:txBody>
      </p:sp>
      <p:pic>
        <p:nvPicPr>
          <p:cNvPr id="129" name="Google Shape;129;g3dfc97528ef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688" y="4864550"/>
            <a:ext cx="9142474" cy="46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fc97528ef_0_10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Entornos</a:t>
            </a:r>
            <a:endParaRPr/>
          </a:p>
        </p:txBody>
      </p:sp>
      <p:sp>
        <p:nvSpPr>
          <p:cNvPr id="135" name="Google Shape;135;g3dfc97528ef_0_10"/>
          <p:cNvSpPr txBox="1"/>
          <p:nvPr>
            <p:ph idx="1" type="body"/>
          </p:nvPr>
        </p:nvSpPr>
        <p:spPr>
          <a:xfrm>
            <a:off x="1148475" y="2307500"/>
            <a:ext cx="79731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Cuando un programa se ejecuta, el compilador y el sistema necesitan responder dos preguntas distintas: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¿A qué variable se refiere un nombre?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¿Qué valor tiene esa variable en este momento?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 entorno es la relación entre los nombres y las variables reales en memoria.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En otras palabras: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/>
              <a:t>El entorno indica qué variable corresponde a cada nombre.</a:t>
            </a:r>
            <a:endParaRPr i="1"/>
          </a:p>
        </p:txBody>
      </p:sp>
      <p:sp>
        <p:nvSpPr>
          <p:cNvPr id="136" name="Google Shape;136;g3dfc97528ef_0_10"/>
          <p:cNvSpPr txBox="1"/>
          <p:nvPr>
            <p:ph idx="1" type="body"/>
          </p:nvPr>
        </p:nvSpPr>
        <p:spPr>
          <a:xfrm>
            <a:off x="9121575" y="2307500"/>
            <a:ext cx="79731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 entorno cambia cuando: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entramos a una función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entramos a un bloque { 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 declara una nueva variable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Por eso el entorno está muy relacionado con el alcance (scope).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c97528ef_0_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Validación de Tipos	</a:t>
            </a:r>
            <a:endParaRPr/>
          </a:p>
        </p:txBody>
      </p:sp>
      <p:sp>
        <p:nvSpPr>
          <p:cNvPr id="142" name="Google Shape;142;g3dfc97528ef_0_5"/>
          <p:cNvSpPr txBox="1"/>
          <p:nvPr>
            <p:ph idx="1" type="body"/>
          </p:nvPr>
        </p:nvSpPr>
        <p:spPr>
          <a:xfrm>
            <a:off x="1148475" y="2307500"/>
            <a:ext cx="80067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La comprobación de tipos es el proceso donde el compilador verifica que las operaciones del programa tengan sentido según los tipos de datos.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Sirve para: detectar errores antes de ejecutar el programa, evitar comportamientos inesperados, hacer programas más seguros.</a:t>
            </a:r>
            <a:endParaRPr/>
          </a:p>
        </p:txBody>
      </p:sp>
      <p:pic>
        <p:nvPicPr>
          <p:cNvPr id="143" name="Google Shape;143;g3dfc97528ef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8550" y="4495750"/>
            <a:ext cx="6555250" cy="28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9" name="Google Shape;149;g39a701eccfd_0_113"/>
          <p:cNvSpPr txBox="1"/>
          <p:nvPr>
            <p:ph idx="1" type="body"/>
          </p:nvPr>
        </p:nvSpPr>
        <p:spPr>
          <a:xfrm>
            <a:off x="1148475" y="2307500"/>
            <a:ext cx="148647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Análisis semántico: Verifica que el programa tenga sentido lógico además de una sintaxis correcta.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Atributos sintetizados y heredados: Permiten transmitir información dentro del árbol sintáctico para evaluar expresiones y reglas semánticas.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Alcance (Scope): Define en qué parte del programa una variable o identificador puede utilizarse.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Tabla de símbolos: Estructura que almacena información de variables, funciones y tipos durante la compilación.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Entornos y estados: El entorno relaciona nombres con variables; el estado relaciona variables con sus valores actuales.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Validación de tipos: Comprueba que las operaciones sean compatibles con los tipos de datos usados.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Corrección semántica: Garantiza que expresiones, sentencias y estructuras del programa sean válidas antes de ejecutarse.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5" name="Google Shape;155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71" name="Google Shape;171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Video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