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gfTA8ZZoznp7I+6uvnD2H0CPzY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333E72-6621-42B8-8A81-9401FA55F334}">
  <a:tblStyle styleId="{7D333E72-6621-42B8-8A81-9401FA55F33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.fntdata"/><Relationship Id="rId25" Type="http://schemas.openxmlformats.org/officeDocument/2006/relationships/font" Target="fonts/RobotoExtraLight-regular.fntdata"/><Relationship Id="rId28" Type="http://schemas.openxmlformats.org/officeDocument/2006/relationships/font" Target="fonts/RobotoExtraLight-boldItalic.fntdata"/><Relationship Id="rId27" Type="http://schemas.openxmlformats.org/officeDocument/2006/relationships/font" Target="fonts/Roboto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9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adb85c1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9aadb85c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adb85c1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aadb85c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adb85c1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aadb85c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ae1c280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9aae1c280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g_ivD1_t3vZfzuFf_OAy_ECOEum1Qe3F/edit?usp=sharing&amp;ouid=114261064498700579036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Omar Vides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{7D333E72-6621-42B8-8A81-9401FA55F334}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04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Tarea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rPr lang="en-US"/>
              <a:t>Foros</a:t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Tipado Dinámico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Expresiones y Sentencias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Estructuras de Control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Recuperación de Errores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Ética en la Gestión de Errores y Robustez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Tipado Dinámico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inferencia de tipos consiste en deducir automáticamente el tipo de variables y funciones a partir de cómo se usan en el programa.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proceso general 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Crear variables de tipo nuevas.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Analizar expresiones y aplicaciones de funciones.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Inferir restricciones entre tipos.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Unificar tipos compatibles.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Generalizar variables libres con ∀.</a:t>
            </a:r>
            <a:endParaRPr/>
          </a:p>
        </p:txBody>
      </p:sp>
      <p:pic>
        <p:nvPicPr>
          <p:cNvPr id="113" name="Google Shape;113;g39a701eccfd_0_108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adb85c1c_0_17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Algorítmo Hindley-Milner para tipado dinámico</a:t>
            </a:r>
            <a:endParaRPr/>
          </a:p>
        </p:txBody>
      </p:sp>
      <p:pic>
        <p:nvPicPr>
          <p:cNvPr id="119" name="Google Shape;119;g39aadb85c1c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800" y="3782613"/>
            <a:ext cx="15220650" cy="27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adb85c1c_0_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Expresiones y Sentencias</a:t>
            </a:r>
            <a:endParaRPr/>
          </a:p>
        </p:txBody>
      </p:sp>
      <p:sp>
        <p:nvSpPr>
          <p:cNvPr id="125" name="Google Shape;125;g39aadb85c1c_0_2"/>
          <p:cNvSpPr txBox="1"/>
          <p:nvPr>
            <p:ph idx="1" type="body"/>
          </p:nvPr>
        </p:nvSpPr>
        <p:spPr>
          <a:xfrm>
            <a:off x="1148475" y="2307500"/>
            <a:ext cx="8057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expresión es una combinación de valores, variables y operadores que produce un resultado. Siempre “devuelve algo”.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sentencia es una instrucción completa que realiza una acción. Puede incluir expresiones, pero no necesariamente devuelve un valor.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En un analizador sintáctico (parser), las sentencias están en un nivel más alto que las expresiones. Es decir: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sentencia es una instrucción completa del programa.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expresión es una parte que produce un valor y suele estar dentro de una sentencia.</a:t>
            </a:r>
            <a:endParaRPr/>
          </a:p>
        </p:txBody>
      </p:sp>
      <p:pic>
        <p:nvPicPr>
          <p:cNvPr id="126" name="Google Shape;126;g39aadb85c1c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2350" y="3141738"/>
            <a:ext cx="6659675" cy="55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adb85c1c_0_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Estructuras de Control</a:t>
            </a:r>
            <a:endParaRPr/>
          </a:p>
        </p:txBody>
      </p:sp>
      <p:sp>
        <p:nvSpPr>
          <p:cNvPr id="132" name="Google Shape;132;g39aadb85c1c_0_7"/>
          <p:cNvSpPr txBox="1"/>
          <p:nvPr>
            <p:ph idx="1" type="body"/>
          </p:nvPr>
        </p:nvSpPr>
        <p:spPr>
          <a:xfrm>
            <a:off x="1148475" y="2307500"/>
            <a:ext cx="7939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Las estructuras de control son construcciones del lenguaje que determinan el flujo de ejecución del programa.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En un compilador, el análisis sintáctico las trata como sentencias compuestas que contienen condiciones, bloques y otras sentencias.</a:t>
            </a:r>
            <a:endParaRPr/>
          </a:p>
        </p:txBody>
      </p:sp>
      <p:pic>
        <p:nvPicPr>
          <p:cNvPr id="133" name="Google Shape;133;g39aadb85c1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1275" y="4174825"/>
            <a:ext cx="6815850" cy="35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ae1c2800_0_4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Recuperación de Errores</a:t>
            </a:r>
            <a:endParaRPr/>
          </a:p>
        </p:txBody>
      </p:sp>
      <p:sp>
        <p:nvSpPr>
          <p:cNvPr id="139" name="Google Shape;139;g39aae1c2800_0_4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Cuando un analizador sintáctico detecta un error, debe decidir cómo continuar el análisis sin detener todo el proceso.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El objetivo es evitar que un solo error genere muchos errores falsos posteriores y mantener información útil para el programador.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1. Modo de pánico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Es la estrategia más simple y robusta.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El parser, al encontrar un error: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descarta tokens de entrada uno por uno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hasta encontrar un token de sincronización (por ejemplo ;, } o 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</p:txBody>
      </p:sp>
      <p:sp>
        <p:nvSpPr>
          <p:cNvPr id="140" name="Google Shape;140;g39aae1c2800_0_4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2. Recuperación a nivel de frase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Consiste en hacer correcciones locales sobre la entrada.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Cuando ocurre un error: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se intenta corregir la cadena cercana al error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insertando, eliminando o reemplazando símbolos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3. Producciones de error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Se amplía la gramática para incluir errores comunes.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Se agregan reglas especiales como: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“faltó punto y coma”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“expresión inválida”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6" name="Google Shape;146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Tipado dinámico: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Inferencia automática del tipo de variables y expresiones a partir de su uso en 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Algoritmo Hindley-Milner: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Sistema de inferencia de tipos basado en creación de variables de tipo, restricciones y unificación.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Expresiones: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Construcciones que combinan valores y operadores y siempre producen un resultado.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Sentencias: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Instrucciones completas del programa que realizan acciones y pueden contener expresiones.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Jerarquía expresiones vs sentencias: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Las expresiones son componentes de las sentencias; las sentencias controlan la estructura del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Estructuras de control: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Construcciones que determinan el flujo de ejecución del programa (if, while, for).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Modo de pánico: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Estrategia de recuperación que descarta tokens hasta encontrar un símbolo de sincronización.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2" name="Google Shape;152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68" name="Google Shape;168;g39a701eccfd_0_135"/>
          <p:cNvSpPr txBox="1"/>
          <p:nvPr>
            <p:ph idx="1" type="body"/>
          </p:nvPr>
        </p:nvSpPr>
        <p:spPr>
          <a:xfrm>
            <a:off x="1148325" y="22723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