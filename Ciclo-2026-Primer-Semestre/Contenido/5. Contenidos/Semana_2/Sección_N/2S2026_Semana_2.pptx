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jkrfZdb8wE93DSzl7SJgFlTYpK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46D189-FBED-4F8A-B3C9-3B3F8F8275DB}">
  <a:tblStyle styleId="{7E46D189-FBED-4F8A-B3C9-3B3F8F8275D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.fntdata"/><Relationship Id="rId25" Type="http://schemas.openxmlformats.org/officeDocument/2006/relationships/font" Target="fonts/RobotoExtraLight-regular.fntdata"/><Relationship Id="rId28" Type="http://schemas.openxmlformats.org/officeDocument/2006/relationships/font" Target="fonts/RobotoExtraLight-boldItalic.fntdata"/><Relationship Id="rId27" Type="http://schemas.openxmlformats.org/officeDocument/2006/relationships/font" Target="fonts/Roboto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9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9d4e0d7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f9d4e0d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a701eccf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a701eccf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9d4e0d7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f9d4e0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701eccfd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9a701eccf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701eccfd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a701eccf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UqGRaNzU5hgQSYi_h_CCuyp5gOhoaQpr/edit?usp=sharing&amp;ouid=114261064498700579036&amp;rtpof=true&amp;sd=tr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49" y="9201150"/>
            <a:ext cx="7259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Omar Alejandro Vides Esteban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{7E46D189-FBED-4F8A-B3C9-3B3F8F8275DB}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07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Sintáctico	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Asignaci</a:t>
            </a:r>
            <a:r>
              <a:rPr lang="en-US"/>
              <a:t>ón DTT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Descendete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Ascendente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Resolución de Ambigüedades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Esquemas de Traducción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 Práctica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Analiza estructuras de lenguaje mediante la aplicación de reglas formales para la generación de gramáticas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Integridad y Veracidad Técnica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Análisis Descendente	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7532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descendente consiste en construir el árbol sintáctico desde arriba hacia abajo.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decir: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empieza desde el símbolo inicial de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Luego se van expandiendo las reglas poco a poco.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parser intenta verificar si la entrada coincide con esas reglas.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eso se llama descendente: porque baja desde la raíz del árbol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g39a701eccfd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5900" y="3844175"/>
            <a:ext cx="6418575" cy="4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9d4e0d71_0_1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g3df9d4e0d71_0_1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Análisis Sintáctico descendente para: id+id*id</a:t>
            </a:r>
            <a:endParaRPr/>
          </a:p>
        </p:txBody>
      </p:sp>
      <p:pic>
        <p:nvPicPr>
          <p:cNvPr id="120" name="Google Shape;120;g3df9d4e0d71_0_1"/>
          <p:cNvPicPr preferRelativeResize="0"/>
          <p:nvPr/>
        </p:nvPicPr>
        <p:blipFill rotWithShape="1">
          <a:blip r:embed="rId3">
            <a:alphaModFix/>
          </a:blip>
          <a:srcRect b="7877" l="0" r="0" t="0"/>
          <a:stretch/>
        </p:blipFill>
        <p:spPr>
          <a:xfrm>
            <a:off x="5502725" y="490500"/>
            <a:ext cx="7282850" cy="66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701eccfd_0_14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Análisis Ascendente</a:t>
            </a:r>
            <a:endParaRPr/>
          </a:p>
        </p:txBody>
      </p:sp>
      <p:sp>
        <p:nvSpPr>
          <p:cNvPr id="126" name="Google Shape;126;g39a701eccfd_0_144"/>
          <p:cNvSpPr txBox="1"/>
          <p:nvPr>
            <p:ph idx="1" type="body"/>
          </p:nvPr>
        </p:nvSpPr>
        <p:spPr>
          <a:xfrm>
            <a:off x="1148475" y="2307500"/>
            <a:ext cx="7835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ascendente construye el árbol sintáctico: desde las hojas hacia la raíz, es decir, desde los tokens de entrada hacia el símbolo inicial.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Reducir significa: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Reemplazar una parte de la cadena por un no terminal.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g39a701eccfd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4350" y="2650164"/>
            <a:ext cx="3785600" cy="65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f9d4e0d71_0_12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Análisis sintáctico ascendente para: id*id</a:t>
            </a:r>
            <a:endParaRPr/>
          </a:p>
        </p:txBody>
      </p:sp>
      <p:pic>
        <p:nvPicPr>
          <p:cNvPr id="133" name="Google Shape;133;g3df9d4e0d71_0_12"/>
          <p:cNvPicPr preferRelativeResize="0"/>
          <p:nvPr/>
        </p:nvPicPr>
        <p:blipFill rotWithShape="1">
          <a:blip r:embed="rId3">
            <a:alphaModFix/>
          </a:blip>
          <a:srcRect b="35350" l="0" r="0" t="-12803"/>
          <a:stretch/>
        </p:blipFill>
        <p:spPr>
          <a:xfrm>
            <a:off x="2795225" y="2859197"/>
            <a:ext cx="12697576" cy="3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701eccfd_0_14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Resolución de ambigüedades sintácticas</a:t>
            </a:r>
            <a:endParaRPr/>
          </a:p>
        </p:txBody>
      </p:sp>
      <p:sp>
        <p:nvSpPr>
          <p:cNvPr id="139" name="Google Shape;139;g39a701eccfd_0_149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ambigüedad: Reescritura de una gramática para que cada cadena tenga un único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por la izquierda: Transformación de reglas recursivas para que puedan ser usadas por parsers descendentes.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indirecta: Eliminación de dependencias recursivas entre varios no terminales.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por la izquierda: Reorganización de producciones con prefijos comunes para facilitar decisiones del parser.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a701eccfd_0_15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Esquemas de Traducción</a:t>
            </a:r>
            <a:endParaRPr/>
          </a:p>
        </p:txBody>
      </p:sp>
      <p:sp>
        <p:nvSpPr>
          <p:cNvPr id="145" name="Google Shape;145;g39a701eccfd_0_154"/>
          <p:cNvSpPr txBox="1"/>
          <p:nvPr>
            <p:ph idx="1" type="body"/>
          </p:nvPr>
        </p:nvSpPr>
        <p:spPr>
          <a:xfrm>
            <a:off x="1148475" y="2307500"/>
            <a:ext cx="80823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con acciones semánticas incrustadas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Acciones semánticas: Fragmentos de código ejecutados cuando se reconoce una producción o símbolo.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 postfijo: Esquema donde las acciones se colocan al final de las producciones.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Atributos sintetizados: Valores calculados a partir de los hijos de un nodo y propagados hacia arriba.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9a701eccfd_0_154"/>
          <p:cNvPicPr preferRelativeResize="0"/>
          <p:nvPr/>
        </p:nvPicPr>
        <p:blipFill rotWithShape="1">
          <a:blip r:embed="rId3">
            <a:alphaModFix/>
          </a:blip>
          <a:srcRect b="0" l="4397" r="4760" t="0"/>
          <a:stretch/>
        </p:blipFill>
        <p:spPr>
          <a:xfrm>
            <a:off x="8901700" y="4162038"/>
            <a:ext cx="7776950" cy="35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pic>
        <p:nvPicPr>
          <p:cNvPr id="152" name="Google Shape;152;g39a701eccfd_0_113" title="ide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9800" y="5655575"/>
            <a:ext cx="7182501" cy="478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Libre de Contexto (GLC): Conjunto de reglas utilizadas para definir la estructura de un lenguaje.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Árbol Sintáctico: Representación jerárquica de cómo una cadena es interpretada por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Descendente: Construcción del árbol sintáctico desde la raíz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Ascendente: Construcción del árbol sintáctico desde las hojas hacia la raíz mediante reducciones.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Ambigüedad Sintáctica: Situación donde una cadena puede tener más de un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y Eliminación de Recursividad: Técnicas para adaptar gramáticas a parsers predictivos.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Esquemas de Traducción: Gramáticas con acciones semánticas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9" name="Google Shape;159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 Práctica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5" name="Google Shape;175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