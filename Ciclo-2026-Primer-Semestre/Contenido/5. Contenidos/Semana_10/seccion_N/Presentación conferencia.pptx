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C9E35A-C210-43CB-A30A-B5D283E2827D}">
  <a:tblStyle styleId="{BCC9E35A-C210-43CB-A30A-B5D283E2827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-bold.fntdata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952797af806791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h2952797af806791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13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" name="Google Shape;56;p13"/>
          <p:cNvSpPr txBox="1"/>
          <p:nvPr/>
        </p:nvSpPr>
        <p:spPr>
          <a:xfrm>
            <a:off x="2896270" y="2385454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4330" y="4600575"/>
            <a:ext cx="3863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600">
                <a:latin typeface="Open Sans"/>
                <a:ea typeface="Open Sans"/>
                <a:cs typeface="Open Sans"/>
                <a:sym typeface="Open Sans"/>
              </a:rPr>
              <a:t>Omar Alejandro Vides Estaban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452113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9" name="Google Shape;59;p13"/>
          <p:cNvGraphicFramePr/>
          <p:nvPr/>
        </p:nvGraphicFramePr>
        <p:xfrm>
          <a:off x="6445188" y="120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{BCC9E35A-C210-43CB-A30A-B5D283E2827D}</a:tableStyleId>
              </a:tblPr>
              <a:tblGrid>
                <a:gridCol w="581775"/>
                <a:gridCol w="1249450"/>
              </a:tblGrid>
              <a:tr h="30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45725" marL="45725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r>
                        <a:rPr b="1" lang="e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s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09</a:t>
                      </a:r>
                      <a:r>
                        <a:rPr b="1" lang="e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45725" marL="45725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