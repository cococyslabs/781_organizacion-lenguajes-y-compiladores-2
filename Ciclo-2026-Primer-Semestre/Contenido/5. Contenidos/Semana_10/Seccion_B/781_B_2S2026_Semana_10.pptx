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Lato"/>
      <p:regular r:id="rId19"/>
      <p:bold r:id="rId20"/>
      <p:italic r:id="rId21"/>
      <p:boldItalic r:id="rId22"/>
    </p:embeddedFont>
    <p:embeddedFont>
      <p:font typeface="Open Sans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36A525-8D7E-4E8D-B40A-DA7C4C65DBBA}">
  <a:tblStyle styleId="{FF36A525-8D7E-4E8D-B40A-DA7C4C65DB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5.xml"/><Relationship Id="rId22" Type="http://schemas.openxmlformats.org/officeDocument/2006/relationships/font" Target="fonts/Lato-boldItalic.fntdata"/><Relationship Id="rId10" Type="http://schemas.openxmlformats.org/officeDocument/2006/relationships/slide" Target="slides/slide4.xml"/><Relationship Id="rId21" Type="http://schemas.openxmlformats.org/officeDocument/2006/relationships/font" Target="fonts/Lato-italic.fntdata"/><Relationship Id="rId13" Type="http://schemas.openxmlformats.org/officeDocument/2006/relationships/slide" Target="slides/slide7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fe497c1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dfe497c14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2857721f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2857721f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2857721f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2857721f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2857721f3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2857721f3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4c81e6fd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4c81e6fd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2857721f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2857721f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2857721f3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2857721f3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4c81e6fd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4c81e6f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4c81e6fd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4c81e6fd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4c81e6fd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4c81e6fd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56596df19e84b6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56596df19e84b6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56596df19e84b6e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56596df19e84b6e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geeksforgeeks.org/dsa/row-major-order-and-column-major-order/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" name="Google Shape;69;p13"/>
          <p:cNvSpPr/>
          <p:nvPr/>
        </p:nvSpPr>
        <p:spPr>
          <a:xfrm>
            <a:off x="979375" y="1631000"/>
            <a:ext cx="7539188" cy="1630490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0" name="Google Shape;70;p13"/>
          <p:cNvSpPr txBox="1"/>
          <p:nvPr/>
        </p:nvSpPr>
        <p:spPr>
          <a:xfrm>
            <a:off x="2896307" y="3145566"/>
            <a:ext cx="335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174325" y="4600575"/>
            <a:ext cx="3113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latin typeface="Open Sans"/>
                <a:ea typeface="Open Sans"/>
                <a:cs typeface="Open Sans"/>
                <a:sym typeface="Open Sans"/>
              </a:rPr>
              <a:t>Diego Andrés Dubón Samayoa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452118" y="2090750"/>
            <a:ext cx="6593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sz="700"/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100">
                <a:latin typeface="Open Sans"/>
                <a:ea typeface="Open Sans"/>
                <a:cs typeface="Open Sans"/>
                <a:sym typeface="Open Sans"/>
              </a:rPr>
              <a:t>Sección B</a:t>
            </a:r>
            <a:endParaRPr b="1" i="0" sz="2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3" name="Google Shape;73;p13"/>
          <p:cNvGraphicFramePr/>
          <p:nvPr/>
        </p:nvGraphicFramePr>
        <p:xfrm>
          <a:off x="5863175" y="91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{FF36A525-8D7E-4E8D-B40A-DA7C4C65DBBA}</a:tableStyleId>
              </a:tblPr>
              <a:tblGrid>
                <a:gridCol w="1330475"/>
                <a:gridCol w="1330475"/>
              </a:tblGrid>
              <a:tr h="28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Fecha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22/09/2026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5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Hora de inicio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17:20 horas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Arreglos Multidimensionales en Memoria en ARM64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Representación Lineal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Row-Major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Column-Major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Heap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Entrega de Tarea 3 el 23/09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Dudas del proyecto 2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COECYS próxima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Conferencia del curso 06/10</a:t>
            </a:r>
            <a:endParaRPr/>
          </a:p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Row/Col-Major Order</a:t>
            </a:r>
            <a:endParaRPr/>
          </a:p>
        </p:txBody>
      </p:sp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5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Rigurosidad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Representación lineal de arreglos multidimensionales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representación lineal de arreglos multidimensionales es la forma en que una estructura que en el lenguaje fuente parece tener varias dimensiones (por ejemplo, una matriz de 2 filas por 3 columnas) se almacena realmente en memoria como una secuencia continua de posiciones.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otras palabras: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En el programa, el desarrollador piensa en una estructura como: </a:t>
            </a:r>
            <a:r>
              <a:rPr b="1" lang="es-419"/>
              <a:t>A[2][3]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Pero en memoria, el compilador y la arquitectura no guardan “filas” y “columnas” como entidades separadas.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Lo que realmente existe es un bloque lineal de memoria.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463" y="669000"/>
            <a:ext cx="6971075" cy="38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Row-Major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Fórmula general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Address(A[I][J])=B+W⋅((I−LR)⋅N+(J−LC))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Significado de cada símbolo: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B = dirección base del arreglo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W = tamaño de cada elemento en bytes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I = índice de fila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J = índice de columna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LR = límite inferior de filas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LC = límite inferior de columnas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N = número total de columnas</a:t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95950"/>
            <a:ext cx="4267200" cy="232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Column-Major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Fórmula general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Address(A[I][J])=B+W⋅((J−LC)⋅M+(I−LR))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Significado de cada símbolo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B = dirección base del arreglo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W = tamaño de cada elemento en bytes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I = índice de fila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J = índice de columna del elemento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LR = límite inferior de filas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LC = límite inferior de columnas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 = número total de filas</a:t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95950"/>
            <a:ext cx="4267200" cy="232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Heap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Heap es una región de memoria usada para almacenar estructuras durante la ejecución.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este laboratorio, las matrices se representan como un bloque continuo reservado en Heap.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El compilador usa un puntero (HP) para asignar memoria (</a:t>
            </a:r>
            <a:r>
              <a:rPr b="1" lang="es-419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primer byte libre disponible</a:t>
            </a:r>
            <a:r>
              <a:rPr lang="es-419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)</a:t>
            </a:r>
            <a:r>
              <a:rPr lang="es-419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419"/>
              <a:t>bytes=filas*columnas*tamaño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419"/>
              <a:t>base(A) = HP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-419"/>
              <a:t>HP = HP + bytes</a:t>
            </a:r>
            <a:endParaRPr b="1" i="1"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68863"/>
            <a:ext cx="4267200" cy="2383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</a:t>
            </a:r>
            <a:endParaRPr/>
          </a:p>
        </p:txBody>
      </p:sp>
      <p:sp>
        <p:nvSpPr>
          <p:cNvPr id="125" name="Google Shape;125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Representación Intermedia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C3D</a:t>
            </a:r>
            <a:endParaRPr/>
          </a:p>
        </p:txBody>
      </p:sp>
      <p:sp>
        <p:nvSpPr>
          <p:cNvPr id="126" name="Google Shape;12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400" y="1467487"/>
            <a:ext cx="4045199" cy="2208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Implementación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/>
          <p:nvPr/>
        </p:nvSpPr>
        <p:spPr>
          <a:xfrm>
            <a:off x="2036488" y="882462"/>
            <a:ext cx="5071025" cy="3378571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/>
          <p:nvPr/>
        </p:nvSpPr>
        <p:spPr>
          <a:xfrm>
            <a:off x="1011110" y="347186"/>
            <a:ext cx="7121769" cy="4449128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