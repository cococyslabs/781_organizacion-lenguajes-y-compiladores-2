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Roboto ExtraLight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Roboto Light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giIyTVwdblnOyeyf0ifC9OH5jj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DA71E7-2F03-4E74-8C84-D51056414414}">
  <a:tblStyle styleId="{8ADA71E7-2F03-4E74-8C84-D51056414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font" Target="fonts/RobotoExtraLight-bold.fntdata"/><Relationship Id="rId21" Type="http://schemas.openxmlformats.org/officeDocument/2006/relationships/font" Target="fonts/RobotoExtraLight-regular.fntdata"/><Relationship Id="rId24" Type="http://schemas.openxmlformats.org/officeDocument/2006/relationships/font" Target="fonts/RobotoExtraLight-boldItalic.fntdata"/><Relationship Id="rId23" Type="http://schemas.openxmlformats.org/officeDocument/2006/relationships/font" Target="fonts/RobotoExtra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11" Type="http://schemas.openxmlformats.org/officeDocument/2006/relationships/slide" Target="slides/slide5.xml"/><Relationship Id="rId33" Type="http://schemas.openxmlformats.org/officeDocument/2006/relationships/font" Target="fonts/RobotoLight-regular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Light-italic.fntdata"/><Relationship Id="rId12" Type="http://schemas.openxmlformats.org/officeDocument/2006/relationships/slide" Target="slides/slide6.xml"/><Relationship Id="rId34" Type="http://schemas.openxmlformats.org/officeDocument/2006/relationships/font" Target="fonts/RobotoLight-bold.fntdata"/><Relationship Id="rId15" Type="http://schemas.openxmlformats.org/officeDocument/2006/relationships/slide" Target="slides/slide9.xml"/><Relationship Id="rId37" Type="http://schemas.openxmlformats.org/officeDocument/2006/relationships/font" Target="fonts/OpenSans-regular.fntdata"/><Relationship Id="rId14" Type="http://schemas.openxmlformats.org/officeDocument/2006/relationships/slide" Target="slides/slide8.xml"/><Relationship Id="rId36" Type="http://schemas.openxmlformats.org/officeDocument/2006/relationships/font" Target="fonts/RobotoLight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60" y="9201150"/>
            <a:ext cx="77265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Calificación Proyecto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{8ADA71E7-2F03-4E74-8C84-D51056414414}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04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09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" name="Google Shape;78;p1"/>
          <p:cNvSpPr txBox="1"/>
          <p:nvPr/>
        </p:nvSpPr>
        <p:spPr>
          <a:xfrm>
            <a:off x="10646875" y="6350875"/>
            <a:ext cx="42435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10:30AM</a:t>
            </a:r>
            <a:endParaRPr sz="8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#: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791300" y="4646550"/>
            <a:ext cx="832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2" name="Google Shape;92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3" name="Google Shape;93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9" name="Google Shape;99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pic>
        <p:nvPicPr>
          <p:cNvPr descr="spongebob wearing glasses is reading a book titled field guide (proporcionada por Tenor)" id="100" name="Google Shape;100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</p:txBody>
      </p:sp>
      <p:sp>
        <p:nvSpPr>
          <p:cNvPr id="107" name="Google Shape;107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Contenido</a:t>
            </a:r>
            <a:endParaRPr/>
          </a:p>
        </p:txBody>
      </p:sp>
      <p:sp>
        <p:nvSpPr>
          <p:cNvPr id="113" name="Google Shape;113;g39a701eccfd_0_10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4" name="Google Shape;114;g39a701eccfd_0_108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20" name="Google Shape;120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1" name="Google Shape;121;g39a701eccfd_0_113" title="ide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9275" y="5498650"/>
            <a:ext cx="7182501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27" name="Google Shape;127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2" name="Google Shape;172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