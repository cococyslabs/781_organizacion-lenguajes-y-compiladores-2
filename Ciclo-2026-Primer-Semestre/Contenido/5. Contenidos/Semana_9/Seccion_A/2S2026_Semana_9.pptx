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Roboto Extra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LOdn3HjTA4x7qPAZedRVlUlg9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CCCCDD-C898-41B4-971F-E977D009CCB0}">
  <a:tblStyle styleId="{B2CCCCDD-C898-41B4-971F-E977D009CCB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regular.fntdata"/><Relationship Id="rId41" Type="http://schemas.openxmlformats.org/officeDocument/2006/relationships/font" Target="fonts/RobotoLight-bold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regular.fntdata"/><Relationship Id="rId25" Type="http://schemas.openxmlformats.org/officeDocument/2006/relationships/slide" Target="slides/slide19.xml"/><Relationship Id="rId28" Type="http://schemas.openxmlformats.org/officeDocument/2006/relationships/font" Target="fonts/RobotoExtraLight-italic.fntdata"/><Relationship Id="rId27" Type="http://schemas.openxmlformats.org/officeDocument/2006/relationships/font" Target="fonts/RobotoExtra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6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.fntdata"/><Relationship Id="rId16" Type="http://schemas.openxmlformats.org/officeDocument/2006/relationships/slide" Target="slides/slide10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4793ab0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4793ab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4793ab09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a4793ab0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4793ab0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a4793ab0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4793ab0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4793ab0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4793ab0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a4793ab0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4793ab0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4793ab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lvm.org/docs/LangRef.html" TargetMode="External"/><Relationship Id="rId4" Type="http://schemas.openxmlformats.org/officeDocument/2006/relationships/hyperlink" Target="https://johannst.github.io/notes/arch/arm64.html" TargetMode="External"/><Relationship Id="rId5" Type="http://schemas.openxmlformats.org/officeDocument/2006/relationships/hyperlink" Target="https://uedi.ingenieria.usac.edu.gt/campus/mod/folder/view.php?id=438979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60" y="9201150"/>
            <a:ext cx="77265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{B2CCCCDD-C898-41B4-971F-E977D009CCB0}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/09/2026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3796950" y="4662200"/>
            <a:ext cx="106941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Estructuras de control en un compilador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semanal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Notas de proyecto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Estructuras de control a bajo nivel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Ejemplos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Construcción de propuestas de CD3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Ejercicios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Implementación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Analiza las equivalencias sintácticas y semánticas de un lenguaje de alto nivel mediante el mapeo de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construcciones a instrucciones de Representación Intermedia tales como C3D, cuádruplas o Bytecode.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/>
              <a:t>Rigor técnico: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aplicar con precisión los mecanismos de administración de memoria y llamadas a funciones para garantizar una traducción correcta y eficiente hacia código ensamblador.</a:t>
            </a:r>
            <a:r>
              <a:rPr lang="en-US"/>
              <a:t>	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/>
              <a:t>Estructuras de control a bajo nivel</a:t>
            </a:r>
            <a:endParaRPr/>
          </a:p>
        </p:txBody>
      </p:sp>
      <p:sp>
        <p:nvSpPr>
          <p:cNvPr id="111" name="Google Shape;111;g39a701eccfd_0_10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 nivel de máquina, los bloques estructurados desaparecen. Para construir cualquier estructura de control a bajo nivel, el flujo de ejecución se orquesta exclusivamente mediante tres elementos: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Banderas (Flags): Registros de hardware (NZCV) que almacenan el estado booleano tras evaluar una expresión aritmética.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(En ARM)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Saltos (Branches): Instrucciones condicionales o incondicionales que desvían el flujo de ejecución alterando el Contador de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Etiquetas (Labels): Direcciones simbólicas en memoria que sirven como punto de destino para los saltos.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* NZCV (Negative, Zero, Carry, oVerflow): Bits de estado de ARM. En una comparación como CMP, el procesador realiza una resta interna invisible entre los operandos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 sin guardar el valor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, actualizando estos bits para registrar si esa resta dio cero, negativo, acarreo o desbordamiento.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4793ab09_0_38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Tabla de saltos </a:t>
            </a:r>
            <a:r>
              <a:rPr lang="en-US"/>
              <a:t>condicionales</a:t>
            </a:r>
            <a:r>
              <a:rPr lang="en-US"/>
              <a:t> con el registro NZCV</a:t>
            </a:r>
            <a:endParaRPr/>
          </a:p>
        </p:txBody>
      </p:sp>
      <p:pic>
        <p:nvPicPr>
          <p:cNvPr id="117" name="Google Shape;117;g3fa4793ab09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223" y="806538"/>
            <a:ext cx="7515549" cy="64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4793ab09_0_53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de Flujo: if-else</a:t>
            </a:r>
            <a:endParaRPr/>
          </a:p>
        </p:txBody>
      </p:sp>
      <p:pic>
        <p:nvPicPr>
          <p:cNvPr id="123" name="Google Shape;123;g3fa4793ab09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850" y="4045375"/>
            <a:ext cx="3663888" cy="20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fa4793ab09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524" y="3428999"/>
            <a:ext cx="3880950" cy="291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fa4793ab09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3250" y="2591082"/>
            <a:ext cx="3613900" cy="4468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4793ab09_0_44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de Flujo: while</a:t>
            </a:r>
            <a:endParaRPr/>
          </a:p>
        </p:txBody>
      </p:sp>
      <p:pic>
        <p:nvPicPr>
          <p:cNvPr id="131" name="Google Shape;131;g3fa4793ab0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1150" y="4366100"/>
            <a:ext cx="3410525" cy="15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a4793ab09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475" y="3657350"/>
            <a:ext cx="4117100" cy="30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a4793ab09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4375" y="2825625"/>
            <a:ext cx="3782775" cy="463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4793ab09_0_28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Construcción de propuestas en CD3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4793ab09_0_17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 1</a:t>
            </a:r>
            <a:endParaRPr/>
          </a:p>
        </p:txBody>
      </p:sp>
      <p:sp>
        <p:nvSpPr>
          <p:cNvPr id="144" name="Google Shape;144;g3fa4793ab09_0_17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operador → representa una implicación lógica entre dos condiciones. La expresión cond1 → cond2 se interpreta como: si la primera condición es verdadera, entonces la segunda también debe ser verdadera.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fa4793ab09_0_17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c1 → c2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c1 | c2 | R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----------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V  | V | V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V  | F  | F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F  | V | V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F  | F  | V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4793ab09_0_11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 2</a:t>
            </a:r>
            <a:endParaRPr/>
          </a:p>
        </p:txBody>
      </p:sp>
      <p:sp>
        <p:nvSpPr>
          <p:cNvPr id="151" name="Google Shape;151;g3fa4793ab09_0_11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Para esta sentencia, &lt;sentencias&gt; se ejecuta únicamente si todas las condiciones evaluadas son verdaderas.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Si al menos una de las condiciones es falsa, entonces &lt;sentencias&gt; no se ejecuta.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número de condiciones puede ser indefinido, es decir, la sentencia puede contener una o más condiciones separadas por comas.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4793ab09_0_11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IFALL cond1, cond2, cond3… THEN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&lt;sentencias&gt;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Implementación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63" name="Google Shape;163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Banderas de Estado (NZCV):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Bits en el hardware que "recuerdan" el resultado de la última instrucción aritmética (ej. CMP).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Saltos Condicionales: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Instrucciones que leen las banderas para decidir si el flujo se desvía (ej. BLT, BEQ).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Saltos Incondicionales: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Equivalentes directos al goto (ej. B). Fijan el nuevo destino sin evaluar nada. Vitales para reiniciar ciclos.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Etiquetas: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Marcadores simbólicos en el ensamblador. No son instrucciones, sino abstracciones que se traducirán a direcciones de memoria.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69" name="Google Shape;169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5" name="Google Shape;175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LLVM Reference Manual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ARM64 Cheat Sheet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Repasos UEDi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