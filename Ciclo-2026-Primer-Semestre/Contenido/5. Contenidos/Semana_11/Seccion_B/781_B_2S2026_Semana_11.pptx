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Lato"/>
      <p:regular r:id="rId21"/>
      <p:bold r:id="rId22"/>
      <p:italic r:id="rId23"/>
      <p:boldItalic r:id="rId24"/>
    </p:embeddedFont>
    <p:embeddedFont>
      <p:font typeface="Open Sans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9F0342-8EAE-4543-A6AF-251A03679762}">
  <a:tblStyle styleId="{499F0342-8EAE-4543-A6AF-251A036797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ab0392ba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9ab0392baa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285a37b13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285a37b1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285a37b13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285a37b13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5d413f3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5d413f3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5d413f34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5d413f34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5d413f34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5d413f34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5d413f34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5d413f34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5d413f34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5d413f34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a4bb9705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a4bb9705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a4bb9705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a4bb9705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4bb9705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a4bb9705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4bb9705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a4bb9705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5d413f34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5d413f34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5d413f34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5d413f34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johannst.github.io/notes/arch/arm64.html" TargetMode="External"/><Relationship Id="rId4" Type="http://schemas.openxmlformats.org/officeDocument/2006/relationships/hyperlink" Target="https://github.com/PoncheDeFrutas/StackScope?tab=readme-ov-file" TargetMode="External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" name="Google Shape;69;p13"/>
          <p:cNvSpPr/>
          <p:nvPr/>
        </p:nvSpPr>
        <p:spPr>
          <a:xfrm>
            <a:off x="984925" y="1515075"/>
            <a:ext cx="7539188" cy="1630490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" name="Google Shape;70;p13"/>
          <p:cNvSpPr txBox="1"/>
          <p:nvPr/>
        </p:nvSpPr>
        <p:spPr>
          <a:xfrm>
            <a:off x="2896307" y="3145566"/>
            <a:ext cx="335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174325" y="4600575"/>
            <a:ext cx="31788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latin typeface="Open Sans"/>
                <a:ea typeface="Open Sans"/>
                <a:cs typeface="Open Sans"/>
                <a:sym typeface="Open Sans"/>
              </a:rPr>
              <a:t>Diego Andrés Dubón Samayoa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452118" y="1900975"/>
            <a:ext cx="6593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sz="700"/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latin typeface="Open Sans"/>
                <a:ea typeface="Open Sans"/>
                <a:cs typeface="Open Sans"/>
                <a:sym typeface="Open Sans"/>
              </a:rPr>
              <a:t>Sección B</a:t>
            </a:r>
            <a:endParaRPr b="1" i="0" sz="2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3" name="Google Shape;73;p13"/>
          <p:cNvGraphicFramePr/>
          <p:nvPr/>
        </p:nvGraphicFramePr>
        <p:xfrm>
          <a:off x="5863175" y="91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{499F0342-8EAE-4543-A6AF-251A03679762}</a:tableStyleId>
              </a:tblPr>
              <a:tblGrid>
                <a:gridCol w="1330475"/>
                <a:gridCol w="1330475"/>
              </a:tblGrid>
              <a:tr h="28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Fecha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29/09/2026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5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Hora de inicio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17:20 horas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es-419"/>
              <a:t>Traducción de estructuras de control en un compilador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Entorno de Ejecuci</a:t>
            </a:r>
            <a:r>
              <a:rPr lang="es-419"/>
              <a:t>ón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Calificaci</a:t>
            </a:r>
            <a:r>
              <a:rPr lang="es-419"/>
              <a:t>ón Tarea 3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Hoja de calificación</a:t>
            </a:r>
            <a:endParaRPr/>
          </a:p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ARM64 Cheat Sheet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4"/>
              </a:rPr>
              <a:t>StackScope</a:t>
            </a:r>
            <a:endParaRPr/>
          </a:p>
        </p:txBody>
      </p:sp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5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Responsabilidad Técnica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Optimización de Código — Optimización de Bucles 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15247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optimización de bucles consiste en aplicar transformaciones al cuerpo o estructura de un bucle con el objetivo de mejorar el rendimiento durante la ejecución, sin alterar el resultado final del programa. Importancia: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 Los bucles representan las secciones de código más ejecutadas en la mayoría de los programas; por tanto, optimizarlos puede generar mejoras significativas en el tiempo total de ejecución.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Principales técnicas 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15247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Desenrollado del bucle (Loop Unrolling): reduce la cantidad de iteraciones duplicando el cuerpo del bucle para minimizar el número de saltos y comprobaciones de condición.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Invarianza de código (Loop-Invariant Code Motion): mueve fuera del bucle las operaciones cuyos resultados no dependen de las iteraciones.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Fusión de bucles (Loop Fusion): combina varios bucles consecutivos que recorren el mismo rango para reducir el overhead de control.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División de bucles (Loop Splitting): separa bucles complejos en varios más simples para mejorar la paralelización y la localización de datos.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Optimización de Código — Simplificación Algebraica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152475"/>
            <a:ext cx="823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simplificación algebraica es una técnica de optimización que aplica reglas matemáticas para reemplazar expresiones por versiones equivalentes más simples o eficientes.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Objetivo: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Reducir el número de operaciones aritméticas, eliminar redundancias y mejorar la legibilidad del código intermedio generado por el compilador.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Ejemplos de transformaciones comunes: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Reemplazar multiplicaciones o divisiones por potencias de dos con desplazamientos de bits.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Sustituir expresiones como x + 0, x * 1, x * 0, o x - 0 por sus equivalentes simplificados.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Aplicar propiedades distributivas o asociativas para reducir cálculos repetitivos.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0" y="341475"/>
            <a:ext cx="80715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320"/>
              <a:t>Optimización de Código — Optimización de Saltos Condicionales</a:t>
            </a:r>
            <a:endParaRPr sz="2320"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optimización de saltos condicionales tiene como objetivo reducir la cantidad de bifurcaciones innecesarias y simplificar el flujo de control generado por el compilador.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Motivación: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 Los saltos condicionales excesivos degradan el rendimiento, ya que provocan interrupciones en la ejecución secuencial y afectan la predicción de flujo en los procesadores modernos.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Principales técnicas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Simplificación de condiciones: reemplazar expresiones lógicas redundantes o triviales (por ejemplo, convertir if (true) en ejecución directa).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Eliminación de saltos innecesarios: eliminar secuencias donde un salto condicional va seguido de un salto incondicional al mismo destino.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Combinación de condiciones: fusionar múltiples bifurcaciones consecutivas en una única evaluación lógica.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Predicación: transformar saltos simples en instrucciones condicionales directas, evitando bifurcaciones explícitas.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Recolección de Basura — Garbage Collection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Garbage Collection (GC) es un proceso automático mediante el cual el sistema de ejecución o el compilador identifica y libera la memoria ocupada por objetos que ya no son accesibles en el programa.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Objetivo: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 Evitar fugas de memoria y mantener una administración eficiente de los recursos durante la ejecución, sin requerir intervención explícita del programador.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Principales </a:t>
            </a:r>
            <a:r>
              <a:rPr lang="es-419"/>
              <a:t>estrategias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Conteo de referencias: cada objeto mantiene un contador que indica cuántas referencias apuntan a él; cuando llega a cero, se libera la memoria.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Barrido y marcado (Mark and Sweep): el recolector marca los objetos accesibles desde las raíces y elimina los no marcados.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Copia y compactación: los objetos vivos se copian a un nuevo espacio de memoria, agrupándolos y liberando el espacio restante.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Recolección generacional: divide los objetos por antigüedad, aplicando recolecciones más frecuentes a los de vida corta.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Recolección de Basura — Memory Leaks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Un memory leak (fuga de memoria) ocurre cuando un programa reserva memoria dinámica pero no la libera, incluso cuando ya no es accesible o necesaria.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Causas comunes: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Pérdida de referencias a objetos asignados en el heap.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Estructuras de datos con referencias circulares sin mecanismos de liberación.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Errores en la gestión manual de memoria en lenguajes sin recolección automática.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Consecuencias: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Incremento progresivo del consumo de memoria.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Degradación del rendimiento del sistema.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Fallos por agotamiento de recursos.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Relación con el compilador y el GC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-419"/>
              <a:t>En lenguajes con garbage collection, los leaks se minimizan, pero aún pueden ocurrir si las referencias permanecen activas innecesariamente.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-419"/>
              <a:t>En lenguajes de administración manual, el compilador puede ofrecer advertencias o herramientas de análisis estático para detectar posibles fugas.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idx="4294967295" type="title"/>
          </p:nvPr>
        </p:nvSpPr>
        <p:spPr>
          <a:xfrm>
            <a:off x="1722550" y="4153500"/>
            <a:ext cx="569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Ejemplo: Debugging en VSCode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625" y="144350"/>
            <a:ext cx="7132728" cy="384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</a:t>
            </a:r>
            <a:r>
              <a:rPr lang="es-419"/>
              <a:t>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