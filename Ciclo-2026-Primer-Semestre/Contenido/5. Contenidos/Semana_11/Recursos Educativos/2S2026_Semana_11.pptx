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Open Sans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OpenSans-bold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b0392ba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9ab0392ba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85a37b1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285a37b1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d413f3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d413f3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5d413f3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5d413f3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d413f3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d413f3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d413f3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d413f3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5d413f34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5d413f34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4bb970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a4bb970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4bb9705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4bb9705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4bb970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a4bb970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4bb9705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a4bb9705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5d413f34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5d413f34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5d413f34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5d413f34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hyperlink" Target="https://github.com/PoncheDeFrutas/StackScope?tab=readme-ov-file" TargetMode="External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13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70" name="Google Shape;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5013" y="883388"/>
            <a:ext cx="4762338" cy="9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74319" y="4600575"/>
            <a:ext cx="2033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s-419"/>
              <a:t>Traducción de estructuras de control en un compilador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Entorno de Ejecuci</a:t>
            </a:r>
            <a:r>
              <a:rPr lang="es-419"/>
              <a:t>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Calificaci</a:t>
            </a:r>
            <a:r>
              <a:rPr lang="es-419"/>
              <a:t>ón Tarea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Hoja de calificación</a:t>
            </a:r>
            <a:endParaRPr/>
          </a:p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ARM64 Cheat Sheet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StackScope</a:t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Optimización de Código — Optimización de Bucles 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optimización de bucles consiste en aplicar transformaciones al cuerpo o estructura de un bucle con el objetivo de mejorar el rendimiento durante la ejecución, sin alterar el resultado final del programa. Importancia: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Los bucles representan las secciones de código más ejecutadas en la mayoría de los programas; por tanto, optimizarlos puede generar mejoras significativas en el tiempo total de ejecución.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técnicas 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Desenrollado del bucle (Loop Unrolling): reduce la cantidad de iteraciones duplicando el cuerpo del bucle para minimizar el número de saltos y comprobaciones de condición.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Invarianza de código (Loop-Invariant Code Motion): mueve fuera del bucle las operaciones cuyos resultados no dependen de las iteraciones.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Fusión de bucles (Loop Fusion): combina varios bucles consecutivos que recorren el mismo rango para reducir el overhead de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División de bucles (Loop Splitting): separa bucles complejos en varios más simples para mejorar la paralelización y la localización de datos.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Optimización de Código — Simplificación Algebraica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23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simplificación algebraica es una técnica de optimización que aplica reglas matemáticas para reemplazar expresiones por versiones equivalentes más simples o eficientes.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Objetivo: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Reducir el número de operaciones aritméticas, eliminar redundancias y mejorar la legibilidad del código intermedio generado por el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Ejemplos de transformaciones comunes: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Reemplazar multiplicaciones o divisiones por potencias de dos con desplazamientos de bits.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Sustituir expresiones como x + 0, x * 1, x * 0, o x - 0 por sus equivalentes simplificados.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Aplicar propiedades distributivas o asociativas para reducir cálculos repetitivos.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0" y="341475"/>
            <a:ext cx="80715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320"/>
              <a:t>Optimización de Código — Optimización de Saltos Condicionales</a:t>
            </a:r>
            <a:endParaRPr sz="2320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optimización de saltos condicionales tiene como objetivo reducir la cantidad de bifurcaciones innecesarias y simplificar el flujo de control generado por el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Motivación: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Los saltos condicionales excesivos degradan el rendimiento, ya que provocan interrupciones en la ejecución secuencial y afectan la predicción de flujo en los procesadores modernos.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técnicas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Simplificación de condiciones: reemplazar expresiones lógicas redundantes o triviales (por ejemplo, convertir if (true) en ejecución directa).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Eliminación de saltos innecesarios: eliminar secuencias donde un salto condicional va seguido de un salto incondicional al mismo destino.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Combinación de condiciones: fusionar múltiples bifurcaciones consecutivas en una única evaluación lógica.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Predicación: transformar saltos simples en instrucciones condicionales directas, evitando bifurcaciones explícitas.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Recolección de Basura — Garbage Collection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Garbage Collection (GC) es un proceso automático mediante el cual el sistema de ejecución o el compilador identifica y libera la memoria ocupada por objetos que ya no son accesibles en el programa.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Objetivo: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Evitar fugas de memoria y mantener una administración eficiente de los recursos durante la ejecución, sin requerir intervención explícita del programador.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</a:t>
            </a:r>
            <a:r>
              <a:rPr lang="es-419"/>
              <a:t>estrategias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Conteo de referencias: cada objeto mantiene un contador que indica cuántas referencias apuntan a él; cuando llega a cero, se libera la memoria.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Barrido y marcado (Mark and Sweep): el recolector marca los objetos accesibles desde las raíces y elimina los no marcados.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Copia y compactación: los objetos vivos se copian a un nuevo espacio de memoria, agrupándolos y liberando el espacio restante.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Recolección generacional: divide los objetos por antigüedad, aplicando recolecciones más frecuentes a los de vida corta.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Recolección de Basura — Memory Leaks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memory leak (fuga de memoria) ocurre cuando un programa reserva memoria dinámica pero no la libera, incluso cuando ya no es accesible o necesaria.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Causas comunes: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Pérdida de referencias a objetos asignados en el heap.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Estructuras de datos con referencias circulares sin mecanismos de liberación.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Errores en la gestión manual de memoria en lenguajes sin recolección automática.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Consecuencias: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Incremento progresivo del consumo de memoria.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Degradación del rendimiento del sistema.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Fallos por agotamiento de recursos.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Relación con el compilador y el GC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/>
              <a:t>En lenguajes con garbage collection, los leaks se minimizan, pero aún pueden ocurrir si las referencias permanecen activas innecesariamente.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/>
              <a:t>En lenguajes de administración manual, el compilador puede ofrecer advertencias o herramientas de análisis estático para detectar posibles fugas.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4294967295" type="title"/>
          </p:nvPr>
        </p:nvSpPr>
        <p:spPr>
          <a:xfrm>
            <a:off x="1722550" y="4153500"/>
            <a:ext cx="56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Ejemplo: Debugging en VSCode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625" y="144350"/>
            <a:ext cx="7132728" cy="384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