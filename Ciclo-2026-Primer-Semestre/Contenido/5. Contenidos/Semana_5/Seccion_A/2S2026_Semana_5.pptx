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Roboto ExtraLight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Roboto Medium"/>
      <p:regular r:id="rId28"/>
      <p:bold r:id="rId29"/>
      <p:italic r:id="rId30"/>
      <p:boldItalic r:id="rId31"/>
    </p:embeddedFont>
    <p:embeddedFont>
      <p:font typeface="Roboto Light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B5CC1E-9822-4BA1-8DC9-91FEA239F970}">
  <a:tblStyle styleId="{F4B5CC1E-9822-4BA1-8DC9-91FEA239F97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font" Target="fonts/RobotoExtraLight-regular.fntdata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font" Target="fonts/RobotoExtraLight-italic.fntdata"/><Relationship Id="rId21" Type="http://schemas.openxmlformats.org/officeDocument/2006/relationships/font" Target="fonts/RobotoExtraLight-bold.fntdata"/><Relationship Id="rId43" Type="http://schemas.openxmlformats.org/officeDocument/2006/relationships/font" Target="fonts/OpenSans-boldItalic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ExtraLight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edium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Medium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edium-boldItalic.fntdata"/><Relationship Id="rId30" Type="http://schemas.openxmlformats.org/officeDocument/2006/relationships/font" Target="fonts/RobotoMedium-italic.fntdata"/><Relationship Id="rId11" Type="http://schemas.openxmlformats.org/officeDocument/2006/relationships/slide" Target="slides/slide4.xml"/><Relationship Id="rId33" Type="http://schemas.openxmlformats.org/officeDocument/2006/relationships/font" Target="fonts/RobotoLight-bold.fntdata"/><Relationship Id="rId10" Type="http://schemas.openxmlformats.org/officeDocument/2006/relationships/slide" Target="slides/slide3.xml"/><Relationship Id="rId32" Type="http://schemas.openxmlformats.org/officeDocument/2006/relationships/font" Target="fonts/RobotoLight-regular.fntdata"/><Relationship Id="rId13" Type="http://schemas.openxmlformats.org/officeDocument/2006/relationships/slide" Target="slides/slide6.xml"/><Relationship Id="rId35" Type="http://schemas.openxmlformats.org/officeDocument/2006/relationships/font" Target="fonts/RobotoLight-boldItalic.fntdata"/><Relationship Id="rId12" Type="http://schemas.openxmlformats.org/officeDocument/2006/relationships/slide" Target="slides/slide5.xml"/><Relationship Id="rId34" Type="http://schemas.openxmlformats.org/officeDocument/2006/relationships/font" Target="fonts/RobotoLight-italic.fntdata"/><Relationship Id="rId15" Type="http://schemas.openxmlformats.org/officeDocument/2006/relationships/slide" Target="slides/slide8.xml"/><Relationship Id="rId37" Type="http://schemas.openxmlformats.org/officeDocument/2006/relationships/font" Target="fonts/RobotoMono-bold.fntdata"/><Relationship Id="rId14" Type="http://schemas.openxmlformats.org/officeDocument/2006/relationships/slide" Target="slides/slide7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0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9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ff0c1c30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ff0c1c30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6c11e50a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6c11e50a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b9c4e59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6b9c4e59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b9c4e591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b9c4e591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6b9c4e591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6b9c4e59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b9c4e591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6b9c4e591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b9c4e591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6b9c4e591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6b9c4e591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6b9c4e591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b9c4e591_0_6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6b9c4e591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ff0c1c30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ff0c1c30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ff0c1c300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ff0c1c300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b9c4e591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f6b9c4e591_0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366900" y="618838"/>
            <a:ext cx="3956700" cy="880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42900" y="618838"/>
            <a:ext cx="40047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b="1" sz="2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366900" y="1538488"/>
            <a:ext cx="3956700" cy="31608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342900" y="1538488"/>
            <a:ext cx="4004700" cy="3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Roboto Medium"/>
              <a:buNone/>
              <a:defRPr sz="13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oboto"/>
              <a:buNone/>
              <a:defRPr sz="12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Roboto Light"/>
              <a:buNone/>
              <a:defRPr sz="1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574238" y="378425"/>
            <a:ext cx="7995600" cy="675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574163" y="378425"/>
            <a:ext cx="7995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b="1" sz="2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2" type="ftr"/>
          </p:nvPr>
        </p:nvSpPr>
        <p:spPr>
          <a:xfrm>
            <a:off x="1016745" y="3380650"/>
            <a:ext cx="6825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sldNum"/>
          </p:nvPr>
        </p:nvSpPr>
        <p:spPr>
          <a:xfrm>
            <a:off x="1824968" y="3380650"/>
            <a:ext cx="503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74238" y="1142800"/>
            <a:ext cx="7995600" cy="36396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74238" y="1153750"/>
            <a:ext cx="3769200" cy="36177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sldNum"/>
          </p:nvPr>
        </p:nvSpPr>
        <p:spPr>
          <a:xfrm>
            <a:off x="5745860" y="3391600"/>
            <a:ext cx="5640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" name="Google Shape;32;p4"/>
          <p:cNvSpPr txBox="1"/>
          <p:nvPr>
            <p:ph idx="5" type="body"/>
          </p:nvPr>
        </p:nvSpPr>
        <p:spPr>
          <a:xfrm>
            <a:off x="4343400" y="1142800"/>
            <a:ext cx="4226400" cy="36396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512938" y="3380650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3227438" y="3380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574238" y="361100"/>
            <a:ext cx="7995600" cy="675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b="1" sz="2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>
            <a:off x="574238" y="1142800"/>
            <a:ext cx="7995600" cy="36396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1675500" y="3707825"/>
            <a:ext cx="5793000" cy="615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>
            <p:ph idx="2" type="pic"/>
          </p:nvPr>
        </p:nvSpPr>
        <p:spPr>
          <a:xfrm>
            <a:off x="3200394" y="15132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1675575" y="3846500"/>
            <a:ext cx="5793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346088" y="1621263"/>
            <a:ext cx="8563800" cy="1492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>
            <p:ph type="ctrTitle"/>
          </p:nvPr>
        </p:nvSpPr>
        <p:spPr>
          <a:xfrm>
            <a:off x="346088" y="1621263"/>
            <a:ext cx="8563800" cy="14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Roboto"/>
              <a:buNone/>
              <a:defRPr b="1" sz="4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340575" y="1459769"/>
            <a:ext cx="8563800" cy="1492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573125" y="2878619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287625" y="2878619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4" name="Google Shape;54;p8"/>
          <p:cNvSpPr/>
          <p:nvPr/>
        </p:nvSpPr>
        <p:spPr>
          <a:xfrm rot="10800000">
            <a:off x="1393425" y="2952032"/>
            <a:ext cx="6379200" cy="731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/>
          <p:nvPr>
            <p:ph type="ctrTitle"/>
          </p:nvPr>
        </p:nvSpPr>
        <p:spPr>
          <a:xfrm>
            <a:off x="340575" y="1459769"/>
            <a:ext cx="8563800" cy="14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Roboto"/>
              <a:buNone/>
              <a:defRPr b="1" sz="4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subTitle"/>
          </p:nvPr>
        </p:nvSpPr>
        <p:spPr>
          <a:xfrm>
            <a:off x="1393500" y="2951882"/>
            <a:ext cx="6379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"/>
              <a:buNone/>
              <a:defRPr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2475915" y="2394682"/>
            <a:ext cx="4192200" cy="354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3975" lIns="23975" spcFirstLastPara="1" rIns="23975" wrap="square" tIns="23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2475875" y="2394682"/>
            <a:ext cx="4192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75" lIns="23975" spcFirstLastPara="1" rIns="23975" wrap="square" tIns="11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9pPr>
          </a:lstStyle>
          <a:p/>
        </p:txBody>
      </p:sp>
      <p:sp>
        <p:nvSpPr>
          <p:cNvPr id="60" name="Google Shape;60;p9"/>
          <p:cNvSpPr/>
          <p:nvPr/>
        </p:nvSpPr>
        <p:spPr>
          <a:xfrm>
            <a:off x="379800" y="189325"/>
            <a:ext cx="4192200" cy="2156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379800" y="189325"/>
            <a:ext cx="4192200" cy="21561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p9"/>
          <p:cNvSpPr/>
          <p:nvPr/>
        </p:nvSpPr>
        <p:spPr>
          <a:xfrm>
            <a:off x="4572000" y="189325"/>
            <a:ext cx="4192200" cy="21561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4571958" y="189311"/>
            <a:ext cx="4192200" cy="21561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p9"/>
          <p:cNvSpPr/>
          <p:nvPr/>
        </p:nvSpPr>
        <p:spPr>
          <a:xfrm>
            <a:off x="379800" y="2798088"/>
            <a:ext cx="4192200" cy="2156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 txBox="1"/>
          <p:nvPr>
            <p:ph idx="3" type="body"/>
          </p:nvPr>
        </p:nvSpPr>
        <p:spPr>
          <a:xfrm>
            <a:off x="379800" y="2798088"/>
            <a:ext cx="4192200" cy="21561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p9"/>
          <p:cNvSpPr/>
          <p:nvPr/>
        </p:nvSpPr>
        <p:spPr>
          <a:xfrm>
            <a:off x="4572000" y="2798088"/>
            <a:ext cx="4192200" cy="21561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9"/>
          <p:cNvSpPr txBox="1"/>
          <p:nvPr>
            <p:ph idx="4" type="body"/>
          </p:nvPr>
        </p:nvSpPr>
        <p:spPr>
          <a:xfrm>
            <a:off x="4571958" y="2798074"/>
            <a:ext cx="4192200" cy="21561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196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1" name="Google Shape;71;p1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1">
  <p:cSld name="TITLE_ONLY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366900" y="618838"/>
            <a:ext cx="3956700" cy="880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 txBox="1"/>
          <p:nvPr>
            <p:ph type="title"/>
          </p:nvPr>
        </p:nvSpPr>
        <p:spPr>
          <a:xfrm>
            <a:off x="342900" y="618838"/>
            <a:ext cx="40047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b="1" sz="2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0" name="Google Shape;100;p17"/>
          <p:cNvSpPr/>
          <p:nvPr/>
        </p:nvSpPr>
        <p:spPr>
          <a:xfrm>
            <a:off x="366900" y="1538488"/>
            <a:ext cx="3956700" cy="31608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42900" y="1538488"/>
            <a:ext cx="4004700" cy="3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Roboto Medium"/>
              <a:buNone/>
              <a:defRPr sz="13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oboto"/>
              <a:buNone/>
              <a:defRPr sz="12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Roboto Light"/>
              <a:buNone/>
              <a:defRPr sz="1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boto ExtraLight"/>
              <a:buNone/>
              <a:defRPr sz="10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574238" y="378425"/>
            <a:ext cx="7995600" cy="675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574163" y="378425"/>
            <a:ext cx="7995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b="1" sz="2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2" type="ftr"/>
          </p:nvPr>
        </p:nvSpPr>
        <p:spPr>
          <a:xfrm>
            <a:off x="1016745" y="3380650"/>
            <a:ext cx="6825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3" type="sldNum"/>
          </p:nvPr>
        </p:nvSpPr>
        <p:spPr>
          <a:xfrm>
            <a:off x="1824968" y="3380650"/>
            <a:ext cx="503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574238" y="1142800"/>
            <a:ext cx="7995600" cy="36396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574238" y="1153750"/>
            <a:ext cx="3769200" cy="36177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4" type="sldNum"/>
          </p:nvPr>
        </p:nvSpPr>
        <p:spPr>
          <a:xfrm>
            <a:off x="5745860" y="3391600"/>
            <a:ext cx="5640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3" name="Google Shape;113;p18"/>
          <p:cNvSpPr txBox="1"/>
          <p:nvPr>
            <p:ph idx="5" type="body"/>
          </p:nvPr>
        </p:nvSpPr>
        <p:spPr>
          <a:xfrm>
            <a:off x="4343400" y="1142800"/>
            <a:ext cx="4226400" cy="36396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idx="11" type="ftr"/>
          </p:nvPr>
        </p:nvSpPr>
        <p:spPr>
          <a:xfrm>
            <a:off x="1512938" y="3380650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3227438" y="3380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574238" y="361100"/>
            <a:ext cx="7995600" cy="675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b="1" sz="2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9" name="Google Shape;119;p19"/>
          <p:cNvSpPr/>
          <p:nvPr/>
        </p:nvSpPr>
        <p:spPr>
          <a:xfrm>
            <a:off x="574238" y="1142800"/>
            <a:ext cx="7995600" cy="36396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1675500" y="3707825"/>
            <a:ext cx="5793000" cy="615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0"/>
          <p:cNvSpPr/>
          <p:nvPr>
            <p:ph idx="2" type="pic"/>
          </p:nvPr>
        </p:nvSpPr>
        <p:spPr>
          <a:xfrm>
            <a:off x="3200394" y="15132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1675575" y="3846500"/>
            <a:ext cx="5793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/>
        </p:nvSpPr>
        <p:spPr>
          <a:xfrm>
            <a:off x="346088" y="1621263"/>
            <a:ext cx="8563800" cy="1492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 txBox="1"/>
          <p:nvPr>
            <p:ph type="ctrTitle"/>
          </p:nvPr>
        </p:nvSpPr>
        <p:spPr>
          <a:xfrm>
            <a:off x="346088" y="1621263"/>
            <a:ext cx="8563800" cy="14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Roboto"/>
              <a:buNone/>
              <a:defRPr b="1" sz="4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/>
          <p:nvPr/>
        </p:nvSpPr>
        <p:spPr>
          <a:xfrm>
            <a:off x="340575" y="1459769"/>
            <a:ext cx="8563800" cy="1492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2"/>
          <p:cNvSpPr txBox="1"/>
          <p:nvPr>
            <p:ph idx="11" type="ftr"/>
          </p:nvPr>
        </p:nvSpPr>
        <p:spPr>
          <a:xfrm>
            <a:off x="1573125" y="2878619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3287625" y="2878619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5" name="Google Shape;135;p22"/>
          <p:cNvSpPr/>
          <p:nvPr/>
        </p:nvSpPr>
        <p:spPr>
          <a:xfrm rot="10800000">
            <a:off x="1393425" y="2952032"/>
            <a:ext cx="6379200" cy="731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 txBox="1"/>
          <p:nvPr>
            <p:ph type="ctrTitle"/>
          </p:nvPr>
        </p:nvSpPr>
        <p:spPr>
          <a:xfrm>
            <a:off x="340575" y="1459769"/>
            <a:ext cx="8563800" cy="14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Roboto"/>
              <a:buNone/>
              <a:defRPr b="1" sz="4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1" type="subTitle"/>
          </p:nvPr>
        </p:nvSpPr>
        <p:spPr>
          <a:xfrm>
            <a:off x="1393500" y="2951882"/>
            <a:ext cx="6379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"/>
              <a:buNone/>
              <a:defRPr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2475915" y="2394682"/>
            <a:ext cx="4192200" cy="354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3975" lIns="23975" spcFirstLastPara="1" rIns="23975" wrap="square" tIns="23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 txBox="1"/>
          <p:nvPr>
            <p:ph type="title"/>
          </p:nvPr>
        </p:nvSpPr>
        <p:spPr>
          <a:xfrm>
            <a:off x="2475875" y="2394682"/>
            <a:ext cx="4192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75" lIns="23975" spcFirstLastPara="1" rIns="23975" wrap="square" tIns="11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sz="500"/>
            </a:lvl9pPr>
          </a:lstStyle>
          <a:p/>
        </p:txBody>
      </p:sp>
      <p:sp>
        <p:nvSpPr>
          <p:cNvPr id="141" name="Google Shape;141;p23"/>
          <p:cNvSpPr/>
          <p:nvPr/>
        </p:nvSpPr>
        <p:spPr>
          <a:xfrm>
            <a:off x="379800" y="189325"/>
            <a:ext cx="4192200" cy="2156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79800" y="189325"/>
            <a:ext cx="4192200" cy="21561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143" name="Google Shape;143;p23"/>
          <p:cNvSpPr/>
          <p:nvPr/>
        </p:nvSpPr>
        <p:spPr>
          <a:xfrm>
            <a:off x="4572000" y="189325"/>
            <a:ext cx="4192200" cy="21561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3"/>
          <p:cNvSpPr txBox="1"/>
          <p:nvPr>
            <p:ph idx="2" type="body"/>
          </p:nvPr>
        </p:nvSpPr>
        <p:spPr>
          <a:xfrm>
            <a:off x="4571958" y="189311"/>
            <a:ext cx="4192200" cy="21561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145" name="Google Shape;145;p23"/>
          <p:cNvSpPr/>
          <p:nvPr/>
        </p:nvSpPr>
        <p:spPr>
          <a:xfrm>
            <a:off x="379800" y="2798088"/>
            <a:ext cx="4192200" cy="2156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3"/>
          <p:cNvSpPr txBox="1"/>
          <p:nvPr>
            <p:ph idx="3" type="body"/>
          </p:nvPr>
        </p:nvSpPr>
        <p:spPr>
          <a:xfrm>
            <a:off x="379800" y="2798088"/>
            <a:ext cx="4192200" cy="21561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>
            <a:off x="4572000" y="2798088"/>
            <a:ext cx="4192200" cy="21561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 txBox="1"/>
          <p:nvPr>
            <p:ph idx="4" type="body"/>
          </p:nvPr>
        </p:nvSpPr>
        <p:spPr>
          <a:xfrm>
            <a:off x="4571958" y="2798074"/>
            <a:ext cx="4192200" cy="21561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85750" lvl="1" marL="914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85750" lvl="4" marL="22860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85750" lvl="5" marL="2743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85750" lvl="6" marL="32004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85750" lvl="7" marL="3657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85750" lvl="8" marL="41148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0" Type="http://schemas.openxmlformats.org/officeDocument/2006/relationships/theme" Target="../theme/theme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1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39152" cy="51434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5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39152" cy="51435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Tutor: 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24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{F4B5CC1E-9822-4BA1-8DC9-91FEA239F970}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11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08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</a:t>
                      </a:r>
                      <a:r>
                        <a:rPr lang="es" sz="1200"/>
                        <a:t>26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ctrTitle"/>
          </p:nvPr>
        </p:nvSpPr>
        <p:spPr>
          <a:xfrm>
            <a:off x="346088" y="1621263"/>
            <a:ext cx="8563800" cy="14922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Repaso atributos sintetizados y heredados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42900" y="618838"/>
            <a:ext cx="4004700" cy="880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Anuncios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342900" y="1538488"/>
            <a:ext cx="4004700" cy="3199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/>
              <a:t>Foro semanal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/>
              <a:t>Entrega</a:t>
            </a:r>
            <a:r>
              <a:rPr lang="es"/>
              <a:t> tarea 1</a:t>
            </a:r>
            <a:endParaRPr/>
          </a:p>
        </p:txBody>
      </p:sp>
      <p:sp>
        <p:nvSpPr>
          <p:cNvPr id="168" name="Google Shape;168;p26"/>
          <p:cNvSpPr/>
          <p:nvPr/>
        </p:nvSpPr>
        <p:spPr>
          <a:xfrm>
            <a:off x="4712950" y="696750"/>
            <a:ext cx="3937800" cy="3984900"/>
          </a:xfrm>
          <a:prstGeom prst="ellipse">
            <a:avLst/>
          </a:prstGeom>
          <a:solidFill>
            <a:srgbClr val="EEECE1"/>
          </a:solidFill>
          <a:ln cap="flat" cmpd="sng" w="47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800" lIns="45800" spcFirstLastPara="1" rIns="45800" wrap="square" tIns="4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1"/>
              <a:buFont typeface="Arial"/>
              <a:buNone/>
            </a:pPr>
            <a:r>
              <a:t/>
            </a:r>
            <a:endParaRPr b="0" i="0" sz="7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6"/>
          <p:cNvSpPr/>
          <p:nvPr/>
        </p:nvSpPr>
        <p:spPr>
          <a:xfrm flipH="1">
            <a:off x="4775339" y="843507"/>
            <a:ext cx="3808053" cy="3696417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42900" y="618838"/>
            <a:ext cx="4004700" cy="880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42900" y="1538488"/>
            <a:ext cx="4004700" cy="3199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11150" lvl="0" marL="457200" rtl="0" algn="l">
              <a:spcBef>
                <a:spcPts val="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Repaso atributos </a:t>
            </a:r>
            <a:r>
              <a:rPr lang="es"/>
              <a:t>sintetizados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Ejercicios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Repaso atributos heredados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Ejercicios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Compresión simple de cadenas</a:t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Diseñe una definición dirigida por la sintaxis utilizando únicamente atributos sintetizados que permita comprimir una cadena mediante el conteo de caracteres repetidos consecutivamente.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46" y="2639725"/>
            <a:ext cx="1661938" cy="15859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28"/>
          <p:cNvGraphicFramePr/>
          <p:nvPr/>
        </p:nvGraphicFramePr>
        <p:xfrm>
          <a:off x="3886200" y="23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{F4B5CC1E-9822-4BA1-8DC9-91FEA239F970}</a:tableStyleId>
              </a:tblPr>
              <a:tblGrid>
                <a:gridCol w="2263175"/>
                <a:gridCol w="1829125"/>
              </a:tblGrid>
              <a:tr h="531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/>
                        <a:t>Entrada</a:t>
                      </a:r>
                      <a:endParaRPr b="1" sz="1600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/>
                        <a:t>Salida</a:t>
                      </a:r>
                      <a:endParaRPr b="1" sz="1600"/>
                    </a:p>
                  </a:txBody>
                  <a:tcPr marT="45725" marB="45725" marR="45725" marL="45725"/>
                </a:tc>
              </a:tr>
              <a:tr h="4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aaabbc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a3b2c1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25" marB="45725" marR="45725" marL="45725"/>
                </a:tc>
              </a:tr>
              <a:tr h="3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xxxxx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x5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25" marB="45725" marR="45725" marL="45725"/>
                </a:tc>
              </a:tr>
              <a:tr h="49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abbbccccaa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a1b3c4a2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25" marB="45725" marR="45725" marL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Distancia respecto al primer punto 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Diseñe una definición dirigida por la sintaxis que permita calcular la distancia euclidiana de cada punto respecto al primer punto de una lista de coordenadas.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El primer punto debe ser transmitido hacia los siguientes elementos mediante un atributo heredado, de manera que cada punto pueda utilizarlo como referencia para calcular su distancia.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0" name="Google Shape;190;p29"/>
          <p:cNvGraphicFramePr/>
          <p:nvPr/>
        </p:nvGraphicFramePr>
        <p:xfrm>
          <a:off x="2503763" y="293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{F4B5CC1E-9822-4BA1-8DC9-91FEA239F970}</a:tableStyleId>
              </a:tblPr>
              <a:tblGrid>
                <a:gridCol w="2404475"/>
                <a:gridCol w="18333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Entrada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Salida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(0,0) (2,2) (1,-3)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2.828, 3.162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(1,1) (4,5) (-2,3)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5.000, 3.606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(3,-1) (3,3) (0,-1) (6,2)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4.000, 3.000, 3.606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Simulador de Movimiento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Se recibe una posición inicial y una lista de movimientos. Cada movimiento modifica la posición actual del objeto.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La posición actual se hereda hacia cada movimiento de la lista, mientras que cada movimiento sintetiza la nueva posición que será utilizada por el siguiente movimiento.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Los movimientos no tienen una distancia asociada; cada uno desplaza al objeto exactamente una unidad: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20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U → aumenta Y en 1.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D → disminuye Y en 1.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L → disminuye X en 1.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•"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R → aumenta X en 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7" name="Google Shape;197;p30"/>
          <p:cNvGraphicFramePr/>
          <p:nvPr/>
        </p:nvGraphicFramePr>
        <p:xfrm>
          <a:off x="3961475" y="314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{F4B5CC1E-9822-4BA1-8DC9-91FEA239F970}</a:tableStyleId>
              </a:tblPr>
              <a:tblGrid>
                <a:gridCol w="3296825"/>
                <a:gridCol w="6233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Entrada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Salida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(0,0) [ R ]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(1,0)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(0,0) [ R, U, R ]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(2,1)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(2,3) [ L, D, D, R ]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(2,1)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ctrTitle"/>
          </p:nvPr>
        </p:nvSpPr>
        <p:spPr>
          <a:xfrm>
            <a:off x="340575" y="1459769"/>
            <a:ext cx="8563800" cy="14922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Heredados &lt;-&gt; Sintetizados</a:t>
            </a:r>
            <a:endParaRPr/>
          </a:p>
        </p:txBody>
      </p:sp>
      <p:sp>
        <p:nvSpPr>
          <p:cNvPr id="203" name="Google Shape;203;p31"/>
          <p:cNvSpPr txBox="1"/>
          <p:nvPr>
            <p:ph idx="1" type="subTitle"/>
          </p:nvPr>
        </p:nvSpPr>
        <p:spPr>
          <a:xfrm>
            <a:off x="1393500" y="2951882"/>
            <a:ext cx="6379200" cy="7320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/>
              <a:t>Formular la gramática equivalente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574163" y="361100"/>
            <a:ext cx="7995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Referencias</a:t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74238" y="1153750"/>
            <a:ext cx="7995600" cy="36177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35719" rotWithShape="0" algn="bl" dir="5400000" dist="23813">
              <a:srgbClr val="000000">
                <a:alpha val="50200"/>
              </a:srgbClr>
            </a:outerShdw>
          </a:effectLst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171450" lvl="0" marL="228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●"/>
            </a:pPr>
            <a:r>
              <a:rPr lang="e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>
            <a:off x="2036488" y="882462"/>
            <a:ext cx="5071025" cy="337857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/>
          <p:nvPr/>
        </p:nvSpPr>
        <p:spPr>
          <a:xfrm>
            <a:off x="1011110" y="347186"/>
            <a:ext cx="7121769" cy="4449128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/>
          <p:nvPr/>
        </p:nvSpPr>
        <p:spPr>
          <a:xfrm>
            <a:off x="0" y="0"/>
            <a:ext cx="9144000" cy="513207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35"/>
          <p:cNvSpPr txBox="1"/>
          <p:nvPr/>
        </p:nvSpPr>
        <p:spPr>
          <a:xfrm>
            <a:off x="2827535" y="833539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5"/>
          <p:cNvSpPr txBox="1"/>
          <p:nvPr/>
        </p:nvSpPr>
        <p:spPr>
          <a:xfrm>
            <a:off x="2827535" y="123022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5"/>
          <p:cNvSpPr txBox="1"/>
          <p:nvPr/>
        </p:nvSpPr>
        <p:spPr>
          <a:xfrm>
            <a:off x="2827535" y="1737654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5"/>
          <p:cNvSpPr txBox="1"/>
          <p:nvPr/>
        </p:nvSpPr>
        <p:spPr>
          <a:xfrm>
            <a:off x="6976544" y="1045629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5"/>
          <p:cNvSpPr txBox="1"/>
          <p:nvPr/>
        </p:nvSpPr>
        <p:spPr>
          <a:xfrm>
            <a:off x="6976544" y="144231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5"/>
          <p:cNvSpPr txBox="1"/>
          <p:nvPr/>
        </p:nvSpPr>
        <p:spPr>
          <a:xfrm>
            <a:off x="6976544" y="184014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138615" y="25431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138615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138615" y="331004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5"/>
          <p:cNvSpPr txBox="1"/>
          <p:nvPr/>
        </p:nvSpPr>
        <p:spPr>
          <a:xfrm>
            <a:off x="138615" y="380020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5"/>
          <p:cNvSpPr txBox="1"/>
          <p:nvPr/>
        </p:nvSpPr>
        <p:spPr>
          <a:xfrm>
            <a:off x="138615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138615" y="46005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3203269" y="25374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5"/>
          <p:cNvSpPr txBox="1"/>
          <p:nvPr/>
        </p:nvSpPr>
        <p:spPr>
          <a:xfrm>
            <a:off x="3203269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3203269" y="3324332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3203269" y="37221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3203269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5"/>
          <p:cNvSpPr txBox="1"/>
          <p:nvPr/>
        </p:nvSpPr>
        <p:spPr>
          <a:xfrm>
            <a:off x="3203269" y="46005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5"/>
          <p:cNvSpPr txBox="1"/>
          <p:nvPr/>
        </p:nvSpPr>
        <p:spPr>
          <a:xfrm>
            <a:off x="6269313" y="25374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5"/>
          <p:cNvSpPr txBox="1"/>
          <p:nvPr/>
        </p:nvSpPr>
        <p:spPr>
          <a:xfrm>
            <a:off x="6269313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5"/>
          <p:cNvSpPr txBox="1"/>
          <p:nvPr/>
        </p:nvSpPr>
        <p:spPr>
          <a:xfrm>
            <a:off x="6269313" y="3324332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5"/>
          <p:cNvSpPr txBox="1"/>
          <p:nvPr/>
        </p:nvSpPr>
        <p:spPr>
          <a:xfrm>
            <a:off x="6269313" y="37221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5"/>
          <p:cNvSpPr txBox="1"/>
          <p:nvPr/>
        </p:nvSpPr>
        <p:spPr>
          <a:xfrm>
            <a:off x="6269313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5"/>
          <p:cNvSpPr txBox="1"/>
          <p:nvPr/>
        </p:nvSpPr>
        <p:spPr>
          <a:xfrm>
            <a:off x="6269313" y="458157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